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3" r:id="rId4"/>
  </p:sldMasterIdLst>
  <p:notesMasterIdLst>
    <p:notesMasterId r:id="rId25"/>
  </p:notesMasterIdLst>
  <p:sldIdLst>
    <p:sldId id="256" r:id="rId5"/>
    <p:sldId id="303" r:id="rId6"/>
    <p:sldId id="1633" r:id="rId7"/>
    <p:sldId id="2121" r:id="rId8"/>
    <p:sldId id="2123" r:id="rId9"/>
    <p:sldId id="2124" r:id="rId10"/>
    <p:sldId id="2125" r:id="rId11"/>
    <p:sldId id="2126" r:id="rId12"/>
    <p:sldId id="2127" r:id="rId13"/>
    <p:sldId id="2128" r:id="rId14"/>
    <p:sldId id="2129" r:id="rId15"/>
    <p:sldId id="266" r:id="rId16"/>
    <p:sldId id="1597" r:id="rId17"/>
    <p:sldId id="259" r:id="rId18"/>
    <p:sldId id="1596" r:id="rId19"/>
    <p:sldId id="2120" r:id="rId20"/>
    <p:sldId id="263" r:id="rId21"/>
    <p:sldId id="265" r:id="rId22"/>
    <p:sldId id="267" r:id="rId23"/>
    <p:sldId id="1599"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F98B59-B7DB-4495-9802-1D01E44BA585}" v="84" dt="2025-06-05T17:49:21.7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jesh Kumar Chaturvedi" userId="27cf5f9f-d0b9-4869-afc8-dacdbf2e11e3" providerId="ADAL" clId="{2EF98B59-B7DB-4495-9802-1D01E44BA585}"/>
    <pc:docChg chg="undo redo custSel addSld delSld modSld">
      <pc:chgData name="Brajesh Kumar Chaturvedi" userId="27cf5f9f-d0b9-4869-afc8-dacdbf2e11e3" providerId="ADAL" clId="{2EF98B59-B7DB-4495-9802-1D01E44BA585}" dt="2025-06-05T17:49:21.724" v="4934" actId="20577"/>
      <pc:docMkLst>
        <pc:docMk/>
      </pc:docMkLst>
      <pc:sldChg chg="modSp">
        <pc:chgData name="Brajesh Kumar Chaturvedi" userId="27cf5f9f-d0b9-4869-afc8-dacdbf2e11e3" providerId="ADAL" clId="{2EF98B59-B7DB-4495-9802-1D01E44BA585}" dt="2025-06-05T17:43:14.243" v="4837" actId="20577"/>
        <pc:sldMkLst>
          <pc:docMk/>
          <pc:sldMk cId="794700743" sldId="259"/>
        </pc:sldMkLst>
        <pc:graphicFrameChg chg="mod">
          <ac:chgData name="Brajesh Kumar Chaturvedi" userId="27cf5f9f-d0b9-4869-afc8-dacdbf2e11e3" providerId="ADAL" clId="{2EF98B59-B7DB-4495-9802-1D01E44BA585}" dt="2025-06-05T17:42:26.318" v="4800" actId="20577"/>
          <ac:graphicFrameMkLst>
            <pc:docMk/>
            <pc:sldMk cId="794700743" sldId="259"/>
            <ac:graphicFrameMk id="6" creationId="{41FB7A48-5267-737E-3B82-94BAB13EBA83}"/>
          </ac:graphicFrameMkLst>
        </pc:graphicFrameChg>
        <pc:graphicFrameChg chg="mod">
          <ac:chgData name="Brajesh Kumar Chaturvedi" userId="27cf5f9f-d0b9-4869-afc8-dacdbf2e11e3" providerId="ADAL" clId="{2EF98B59-B7DB-4495-9802-1D01E44BA585}" dt="2025-06-05T17:43:14.243" v="4837" actId="20577"/>
          <ac:graphicFrameMkLst>
            <pc:docMk/>
            <pc:sldMk cId="794700743" sldId="259"/>
            <ac:graphicFrameMk id="7" creationId="{9968B0DC-D908-1022-B86E-686D9FDB8430}"/>
          </ac:graphicFrameMkLst>
        </pc:graphicFrameChg>
      </pc:sldChg>
      <pc:sldChg chg="modSp mod">
        <pc:chgData name="Brajesh Kumar Chaturvedi" userId="27cf5f9f-d0b9-4869-afc8-dacdbf2e11e3" providerId="ADAL" clId="{2EF98B59-B7DB-4495-9802-1D01E44BA585}" dt="2025-06-05T17:41:10.676" v="4757" actId="5793"/>
        <pc:sldMkLst>
          <pc:docMk/>
          <pc:sldMk cId="2698467193" sldId="266"/>
        </pc:sldMkLst>
        <pc:spChg chg="mod">
          <ac:chgData name="Brajesh Kumar Chaturvedi" userId="27cf5f9f-d0b9-4869-afc8-dacdbf2e11e3" providerId="ADAL" clId="{2EF98B59-B7DB-4495-9802-1D01E44BA585}" dt="2025-06-05T17:41:10.676" v="4757" actId="5793"/>
          <ac:spMkLst>
            <pc:docMk/>
            <pc:sldMk cId="2698467193" sldId="266"/>
            <ac:spMk id="5" creationId="{3444B4FC-D04A-49E7-32F4-CF3C950B2728}"/>
          </ac:spMkLst>
        </pc:spChg>
      </pc:sldChg>
      <pc:sldChg chg="addSp delSp modSp mod">
        <pc:chgData name="Brajesh Kumar Chaturvedi" userId="27cf5f9f-d0b9-4869-afc8-dacdbf2e11e3" providerId="ADAL" clId="{2EF98B59-B7DB-4495-9802-1D01E44BA585}" dt="2025-06-05T17:49:00.592" v="4933" actId="20577"/>
        <pc:sldMkLst>
          <pc:docMk/>
          <pc:sldMk cId="1698278807" sldId="1596"/>
        </pc:sldMkLst>
        <pc:spChg chg="mod">
          <ac:chgData name="Brajesh Kumar Chaturvedi" userId="27cf5f9f-d0b9-4869-afc8-dacdbf2e11e3" providerId="ADAL" clId="{2EF98B59-B7DB-4495-9802-1D01E44BA585}" dt="2025-06-05T17:47:58.346" v="4914" actId="1076"/>
          <ac:spMkLst>
            <pc:docMk/>
            <pc:sldMk cId="1698278807" sldId="1596"/>
            <ac:spMk id="3" creationId="{4F4A81A9-6B49-4B47-88A9-A2860B3E032E}"/>
          </ac:spMkLst>
        </pc:spChg>
        <pc:spChg chg="mod">
          <ac:chgData name="Brajesh Kumar Chaturvedi" userId="27cf5f9f-d0b9-4869-afc8-dacdbf2e11e3" providerId="ADAL" clId="{2EF98B59-B7DB-4495-9802-1D01E44BA585}" dt="2025-06-05T17:46:16.832" v="4874" actId="14100"/>
          <ac:spMkLst>
            <pc:docMk/>
            <pc:sldMk cId="1698278807" sldId="1596"/>
            <ac:spMk id="8" creationId="{FB71075F-4FFC-41FF-B468-0E05E7716AC3}"/>
          </ac:spMkLst>
        </pc:spChg>
        <pc:spChg chg="mod">
          <ac:chgData name="Brajesh Kumar Chaturvedi" userId="27cf5f9f-d0b9-4869-afc8-dacdbf2e11e3" providerId="ADAL" clId="{2EF98B59-B7DB-4495-9802-1D01E44BA585}" dt="2025-06-05T17:46:10.801" v="4868" actId="1076"/>
          <ac:spMkLst>
            <pc:docMk/>
            <pc:sldMk cId="1698278807" sldId="1596"/>
            <ac:spMk id="14" creationId="{0D92BA7B-8728-4BE7-94E4-414A03382CFE}"/>
          </ac:spMkLst>
        </pc:spChg>
        <pc:spChg chg="mod">
          <ac:chgData name="Brajesh Kumar Chaturvedi" userId="27cf5f9f-d0b9-4869-afc8-dacdbf2e11e3" providerId="ADAL" clId="{2EF98B59-B7DB-4495-9802-1D01E44BA585}" dt="2025-06-05T17:48:36.945" v="4919" actId="1076"/>
          <ac:spMkLst>
            <pc:docMk/>
            <pc:sldMk cId="1698278807" sldId="1596"/>
            <ac:spMk id="19" creationId="{CDE18A74-00F0-41DD-9A98-18A13C4380A6}"/>
          </ac:spMkLst>
        </pc:spChg>
        <pc:spChg chg="mod">
          <ac:chgData name="Brajesh Kumar Chaturvedi" userId="27cf5f9f-d0b9-4869-afc8-dacdbf2e11e3" providerId="ADAL" clId="{2EF98B59-B7DB-4495-9802-1D01E44BA585}" dt="2025-06-05T17:46:46.546" v="4882" actId="1076"/>
          <ac:spMkLst>
            <pc:docMk/>
            <pc:sldMk cId="1698278807" sldId="1596"/>
            <ac:spMk id="21" creationId="{1BEA80B5-3839-4C4E-B403-051715CE7784}"/>
          </ac:spMkLst>
        </pc:spChg>
        <pc:spChg chg="mod">
          <ac:chgData name="Brajesh Kumar Chaturvedi" userId="27cf5f9f-d0b9-4869-afc8-dacdbf2e11e3" providerId="ADAL" clId="{2EF98B59-B7DB-4495-9802-1D01E44BA585}" dt="2025-06-05T17:46:52.228" v="4883"/>
          <ac:spMkLst>
            <pc:docMk/>
            <pc:sldMk cId="1698278807" sldId="1596"/>
            <ac:spMk id="44" creationId="{AB765C17-FEEB-DA4E-36AB-CD5E6CC486A4}"/>
          </ac:spMkLst>
        </pc:spChg>
        <pc:spChg chg="del mod">
          <ac:chgData name="Brajesh Kumar Chaturvedi" userId="27cf5f9f-d0b9-4869-afc8-dacdbf2e11e3" providerId="ADAL" clId="{2EF98B59-B7DB-4495-9802-1D01E44BA585}" dt="2025-06-05T17:46:23.016" v="4876" actId="478"/>
          <ac:spMkLst>
            <pc:docMk/>
            <pc:sldMk cId="1698278807" sldId="1596"/>
            <ac:spMk id="53" creationId="{6AFCE527-034D-4CC7-8507-2A2A28349FF8}"/>
          </ac:spMkLst>
        </pc:spChg>
        <pc:spChg chg="mod">
          <ac:chgData name="Brajesh Kumar Chaturvedi" userId="27cf5f9f-d0b9-4869-afc8-dacdbf2e11e3" providerId="ADAL" clId="{2EF98B59-B7DB-4495-9802-1D01E44BA585}" dt="2025-06-05T17:47:07.605" v="4901" actId="20577"/>
          <ac:spMkLst>
            <pc:docMk/>
            <pc:sldMk cId="1698278807" sldId="1596"/>
            <ac:spMk id="56" creationId="{781FED31-D52B-CD99-14BE-F6A181D1BA8E}"/>
          </ac:spMkLst>
        </pc:spChg>
        <pc:spChg chg="add mod">
          <ac:chgData name="Brajesh Kumar Chaturvedi" userId="27cf5f9f-d0b9-4869-afc8-dacdbf2e11e3" providerId="ADAL" clId="{2EF98B59-B7DB-4495-9802-1D01E44BA585}" dt="2025-06-05T17:47:42.345" v="4909" actId="14100"/>
          <ac:spMkLst>
            <pc:docMk/>
            <pc:sldMk cId="1698278807" sldId="1596"/>
            <ac:spMk id="57" creationId="{96071ECA-587C-CD87-7A50-F0322F9733CB}"/>
          </ac:spMkLst>
        </pc:spChg>
        <pc:spChg chg="del">
          <ac:chgData name="Brajesh Kumar Chaturvedi" userId="27cf5f9f-d0b9-4869-afc8-dacdbf2e11e3" providerId="ADAL" clId="{2EF98B59-B7DB-4495-9802-1D01E44BA585}" dt="2025-06-05T17:43:44.737" v="4838" actId="478"/>
          <ac:spMkLst>
            <pc:docMk/>
            <pc:sldMk cId="1698278807" sldId="1596"/>
            <ac:spMk id="58" creationId="{007F6DC3-4AB3-41F3-3489-6095E7922B5E}"/>
          </ac:spMkLst>
        </pc:spChg>
        <pc:spChg chg="add mod">
          <ac:chgData name="Brajesh Kumar Chaturvedi" userId="27cf5f9f-d0b9-4869-afc8-dacdbf2e11e3" providerId="ADAL" clId="{2EF98B59-B7DB-4495-9802-1D01E44BA585}" dt="2025-06-05T17:47:47.001" v="4910"/>
          <ac:spMkLst>
            <pc:docMk/>
            <pc:sldMk cId="1698278807" sldId="1596"/>
            <ac:spMk id="59" creationId="{73087030-4749-4FB9-4282-177F746D3330}"/>
          </ac:spMkLst>
        </pc:spChg>
        <pc:spChg chg="add mod">
          <ac:chgData name="Brajesh Kumar Chaturvedi" userId="27cf5f9f-d0b9-4869-afc8-dacdbf2e11e3" providerId="ADAL" clId="{2EF98B59-B7DB-4495-9802-1D01E44BA585}" dt="2025-06-05T17:48:13.359" v="4916" actId="1076"/>
          <ac:spMkLst>
            <pc:docMk/>
            <pc:sldMk cId="1698278807" sldId="1596"/>
            <ac:spMk id="61" creationId="{2D4A811E-DE46-938E-5856-BDBAC55EE951}"/>
          </ac:spMkLst>
        </pc:spChg>
        <pc:spChg chg="add del mod">
          <ac:chgData name="Brajesh Kumar Chaturvedi" userId="27cf5f9f-d0b9-4869-afc8-dacdbf2e11e3" providerId="ADAL" clId="{2EF98B59-B7DB-4495-9802-1D01E44BA585}" dt="2025-06-05T17:48:46.256" v="4922" actId="478"/>
          <ac:spMkLst>
            <pc:docMk/>
            <pc:sldMk cId="1698278807" sldId="1596"/>
            <ac:spMk id="63" creationId="{4FD76B87-E435-5EF6-6553-0C7A2D9682FE}"/>
          </ac:spMkLst>
        </pc:spChg>
        <pc:spChg chg="mod">
          <ac:chgData name="Brajesh Kumar Chaturvedi" userId="27cf5f9f-d0b9-4869-afc8-dacdbf2e11e3" providerId="ADAL" clId="{2EF98B59-B7DB-4495-9802-1D01E44BA585}" dt="2025-06-05T17:48:41.243" v="4920"/>
          <ac:spMkLst>
            <pc:docMk/>
            <pc:sldMk cId="1698278807" sldId="1596"/>
            <ac:spMk id="67" creationId="{2CB58D8C-9762-C194-320A-BC932916247B}"/>
          </ac:spMkLst>
        </pc:spChg>
        <pc:spChg chg="mod">
          <ac:chgData name="Brajesh Kumar Chaturvedi" userId="27cf5f9f-d0b9-4869-afc8-dacdbf2e11e3" providerId="ADAL" clId="{2EF98B59-B7DB-4495-9802-1D01E44BA585}" dt="2025-06-05T17:49:00.592" v="4933" actId="20577"/>
          <ac:spMkLst>
            <pc:docMk/>
            <pc:sldMk cId="1698278807" sldId="1596"/>
            <ac:spMk id="71" creationId="{4AEC1D87-2E16-C63C-001D-108120A5E59A}"/>
          </ac:spMkLst>
        </pc:spChg>
        <pc:spChg chg="add del mod">
          <ac:chgData name="Brajesh Kumar Chaturvedi" userId="27cf5f9f-d0b9-4869-afc8-dacdbf2e11e3" providerId="ADAL" clId="{2EF98B59-B7DB-4495-9802-1D01E44BA585}" dt="2025-06-05T17:46:31.018" v="4878" actId="478"/>
          <ac:spMkLst>
            <pc:docMk/>
            <pc:sldMk cId="1698278807" sldId="1596"/>
            <ac:spMk id="117" creationId="{D57D7C53-5307-4170-ADFB-67DF2FC7BAE6}"/>
          </ac:spMkLst>
        </pc:spChg>
        <pc:spChg chg="del">
          <ac:chgData name="Brajesh Kumar Chaturvedi" userId="27cf5f9f-d0b9-4869-afc8-dacdbf2e11e3" providerId="ADAL" clId="{2EF98B59-B7DB-4495-9802-1D01E44BA585}" dt="2025-06-05T17:46:34.135" v="4879" actId="478"/>
          <ac:spMkLst>
            <pc:docMk/>
            <pc:sldMk cId="1698278807" sldId="1596"/>
            <ac:spMk id="118" creationId="{54C6DF7F-5179-4303-B907-2E3B03854070}"/>
          </ac:spMkLst>
        </pc:spChg>
        <pc:grpChg chg="add del mod">
          <ac:chgData name="Brajesh Kumar Chaturvedi" userId="27cf5f9f-d0b9-4869-afc8-dacdbf2e11e3" providerId="ADAL" clId="{2EF98B59-B7DB-4495-9802-1D01E44BA585}" dt="2025-06-05T17:47:20.323" v="4903" actId="478"/>
          <ac:grpSpMkLst>
            <pc:docMk/>
            <pc:sldMk cId="1698278807" sldId="1596"/>
            <ac:grpSpMk id="41" creationId="{95ECECEF-FD5E-5C26-9942-F321C630DF23}"/>
          </ac:grpSpMkLst>
        </pc:grpChg>
        <pc:grpChg chg="del mod">
          <ac:chgData name="Brajesh Kumar Chaturvedi" userId="27cf5f9f-d0b9-4869-afc8-dacdbf2e11e3" providerId="ADAL" clId="{2EF98B59-B7DB-4495-9802-1D01E44BA585}" dt="2025-06-05T17:46:21.076" v="4875" actId="478"/>
          <ac:grpSpMkLst>
            <pc:docMk/>
            <pc:sldMk cId="1698278807" sldId="1596"/>
            <ac:grpSpMk id="49" creationId="{7985A00D-25D9-96C2-4B47-7D42B83D8856}"/>
          </ac:grpSpMkLst>
        </pc:grpChg>
        <pc:grpChg chg="add mod">
          <ac:chgData name="Brajesh Kumar Chaturvedi" userId="27cf5f9f-d0b9-4869-afc8-dacdbf2e11e3" providerId="ADAL" clId="{2EF98B59-B7DB-4495-9802-1D01E44BA585}" dt="2025-06-05T17:48:50.863" v="4923" actId="1076"/>
          <ac:grpSpMkLst>
            <pc:docMk/>
            <pc:sldMk cId="1698278807" sldId="1596"/>
            <ac:grpSpMk id="64" creationId="{2F4FB5AF-0854-61A6-E7E9-DBDAD3017F5A}"/>
          </ac:grpSpMkLst>
        </pc:grpChg>
        <pc:grpChg chg="del">
          <ac:chgData name="Brajesh Kumar Chaturvedi" userId="27cf5f9f-d0b9-4869-afc8-dacdbf2e11e3" providerId="ADAL" clId="{2EF98B59-B7DB-4495-9802-1D01E44BA585}" dt="2025-06-05T17:44:19.302" v="4841" actId="478"/>
          <ac:grpSpMkLst>
            <pc:docMk/>
            <pc:sldMk cId="1698278807" sldId="1596"/>
            <ac:grpSpMk id="122" creationId="{2CA6CDD5-2178-4356-8407-424A793DC04D}"/>
          </ac:grpSpMkLst>
        </pc:grpChg>
        <pc:grpChg chg="mod">
          <ac:chgData name="Brajesh Kumar Chaturvedi" userId="27cf5f9f-d0b9-4869-afc8-dacdbf2e11e3" providerId="ADAL" clId="{2EF98B59-B7DB-4495-9802-1D01E44BA585}" dt="2025-06-05T17:44:29.996" v="4843" actId="14100"/>
          <ac:grpSpMkLst>
            <pc:docMk/>
            <pc:sldMk cId="1698278807" sldId="1596"/>
            <ac:grpSpMk id="126" creationId="{8B1B7C4B-BE44-41AC-8C13-317B2948E3CD}"/>
          </ac:grpSpMkLst>
        </pc:grpChg>
        <pc:picChg chg="mod">
          <ac:chgData name="Brajesh Kumar Chaturvedi" userId="27cf5f9f-d0b9-4869-afc8-dacdbf2e11e3" providerId="ADAL" clId="{2EF98B59-B7DB-4495-9802-1D01E44BA585}" dt="2025-06-05T17:46:52.228" v="4883"/>
          <ac:picMkLst>
            <pc:docMk/>
            <pc:sldMk cId="1698278807" sldId="1596"/>
            <ac:picMk id="55" creationId="{71030E25-5AE4-DD07-5EB3-47913F9FB2A0}"/>
          </ac:picMkLst>
        </pc:picChg>
        <pc:picChg chg="del">
          <ac:chgData name="Brajesh Kumar Chaturvedi" userId="27cf5f9f-d0b9-4869-afc8-dacdbf2e11e3" providerId="ADAL" clId="{2EF98B59-B7DB-4495-9802-1D01E44BA585}" dt="2025-06-05T17:44:58.949" v="4848" actId="478"/>
          <ac:picMkLst>
            <pc:docMk/>
            <pc:sldMk cId="1698278807" sldId="1596"/>
            <ac:picMk id="65" creationId="{2176FAA5-9E2F-48A7-87A8-1B73DA67C365}"/>
          </ac:picMkLst>
        </pc:picChg>
        <pc:picChg chg="mod">
          <ac:chgData name="Brajesh Kumar Chaturvedi" userId="27cf5f9f-d0b9-4869-afc8-dacdbf2e11e3" providerId="ADAL" clId="{2EF98B59-B7DB-4495-9802-1D01E44BA585}" dt="2025-06-05T17:48:41.243" v="4920"/>
          <ac:picMkLst>
            <pc:docMk/>
            <pc:sldMk cId="1698278807" sldId="1596"/>
            <ac:picMk id="68" creationId="{3C5B0FF8-551D-097B-15E4-5D6441086827}"/>
          </ac:picMkLst>
        </pc:picChg>
        <pc:picChg chg="del">
          <ac:chgData name="Brajesh Kumar Chaturvedi" userId="27cf5f9f-d0b9-4869-afc8-dacdbf2e11e3" providerId="ADAL" clId="{2EF98B59-B7DB-4495-9802-1D01E44BA585}" dt="2025-06-05T17:45:00.649" v="4849" actId="478"/>
          <ac:picMkLst>
            <pc:docMk/>
            <pc:sldMk cId="1698278807" sldId="1596"/>
            <ac:picMk id="154" creationId="{038C7BA1-05DA-407C-9941-AD747F1515CE}"/>
          </ac:picMkLst>
        </pc:picChg>
        <pc:cxnChg chg="mod">
          <ac:chgData name="Brajesh Kumar Chaturvedi" userId="27cf5f9f-d0b9-4869-afc8-dacdbf2e11e3" providerId="ADAL" clId="{2EF98B59-B7DB-4495-9802-1D01E44BA585}" dt="2025-06-05T17:45:12.240" v="4852" actId="14100"/>
          <ac:cxnSpMkLst>
            <pc:docMk/>
            <pc:sldMk cId="1698278807" sldId="1596"/>
            <ac:cxnSpMk id="60" creationId="{88D88B4E-A711-7AB0-8F2B-693427A5888D}"/>
          </ac:cxnSpMkLst>
        </pc:cxnChg>
        <pc:cxnChg chg="mod">
          <ac:chgData name="Brajesh Kumar Chaturvedi" userId="27cf5f9f-d0b9-4869-afc8-dacdbf2e11e3" providerId="ADAL" clId="{2EF98B59-B7DB-4495-9802-1D01E44BA585}" dt="2025-06-05T17:45:08.097" v="4851" actId="14100"/>
          <ac:cxnSpMkLst>
            <pc:docMk/>
            <pc:sldMk cId="1698278807" sldId="1596"/>
            <ac:cxnSpMk id="62" creationId="{207554A9-2BAA-1212-A840-9754CA4A939F}"/>
          </ac:cxnSpMkLst>
        </pc:cxnChg>
        <pc:cxnChg chg="mod">
          <ac:chgData name="Brajesh Kumar Chaturvedi" userId="27cf5f9f-d0b9-4869-afc8-dacdbf2e11e3" providerId="ADAL" clId="{2EF98B59-B7DB-4495-9802-1D01E44BA585}" dt="2025-06-05T17:43:52.415" v="4839" actId="14100"/>
          <ac:cxnSpMkLst>
            <pc:docMk/>
            <pc:sldMk cId="1698278807" sldId="1596"/>
            <ac:cxnSpMk id="66" creationId="{11B8C218-DF2A-D2E1-7713-3A0119878846}"/>
          </ac:cxnSpMkLst>
        </pc:cxnChg>
        <pc:cxnChg chg="mod">
          <ac:chgData name="Brajesh Kumar Chaturvedi" userId="27cf5f9f-d0b9-4869-afc8-dacdbf2e11e3" providerId="ADAL" clId="{2EF98B59-B7DB-4495-9802-1D01E44BA585}" dt="2025-06-05T17:43:58.748" v="4840" actId="14100"/>
          <ac:cxnSpMkLst>
            <pc:docMk/>
            <pc:sldMk cId="1698278807" sldId="1596"/>
            <ac:cxnSpMk id="69" creationId="{F80947F8-91E0-B2B5-7C99-3F48BB2F20ED}"/>
          </ac:cxnSpMkLst>
        </pc:cxnChg>
        <pc:cxnChg chg="del mod">
          <ac:chgData name="Brajesh Kumar Chaturvedi" userId="27cf5f9f-d0b9-4869-afc8-dacdbf2e11e3" providerId="ADAL" clId="{2EF98B59-B7DB-4495-9802-1D01E44BA585}" dt="2025-06-05T17:45:15.586" v="4853" actId="478"/>
          <ac:cxnSpMkLst>
            <pc:docMk/>
            <pc:sldMk cId="1698278807" sldId="1596"/>
            <ac:cxnSpMk id="70" creationId="{78B39DD0-8E1C-D4D8-5E27-CF539CD0F339}"/>
          </ac:cxnSpMkLst>
        </pc:cxnChg>
        <pc:cxnChg chg="del mod">
          <ac:chgData name="Brajesh Kumar Chaturvedi" userId="27cf5f9f-d0b9-4869-afc8-dacdbf2e11e3" providerId="ADAL" clId="{2EF98B59-B7DB-4495-9802-1D01E44BA585}" dt="2025-06-05T17:45:32.288" v="4859" actId="478"/>
          <ac:cxnSpMkLst>
            <pc:docMk/>
            <pc:sldMk cId="1698278807" sldId="1596"/>
            <ac:cxnSpMk id="84" creationId="{E97E689D-1192-8690-8B4A-854D5AB28D15}"/>
          </ac:cxnSpMkLst>
        </pc:cxnChg>
        <pc:cxnChg chg="del mod">
          <ac:chgData name="Brajesh Kumar Chaturvedi" userId="27cf5f9f-d0b9-4869-afc8-dacdbf2e11e3" providerId="ADAL" clId="{2EF98B59-B7DB-4495-9802-1D01E44BA585}" dt="2025-06-05T17:44:57.305" v="4847" actId="478"/>
          <ac:cxnSpMkLst>
            <pc:docMk/>
            <pc:sldMk cId="1698278807" sldId="1596"/>
            <ac:cxnSpMk id="99" creationId="{E2B0F1E0-F319-6824-58DD-9264C8D11401}"/>
          </ac:cxnSpMkLst>
        </pc:cxnChg>
        <pc:cxnChg chg="del mod">
          <ac:chgData name="Brajesh Kumar Chaturvedi" userId="27cf5f9f-d0b9-4869-afc8-dacdbf2e11e3" providerId="ADAL" clId="{2EF98B59-B7DB-4495-9802-1D01E44BA585}" dt="2025-06-05T17:44:25.742" v="4842" actId="478"/>
          <ac:cxnSpMkLst>
            <pc:docMk/>
            <pc:sldMk cId="1698278807" sldId="1596"/>
            <ac:cxnSpMk id="102" creationId="{CA66D2FE-604B-2289-F9AF-E186AD69FF3A}"/>
          </ac:cxnSpMkLst>
        </pc:cxnChg>
        <pc:cxnChg chg="del mod">
          <ac:chgData name="Brajesh Kumar Chaturvedi" userId="27cf5f9f-d0b9-4869-afc8-dacdbf2e11e3" providerId="ADAL" clId="{2EF98B59-B7DB-4495-9802-1D01E44BA585}" dt="2025-06-05T17:44:55.572" v="4846" actId="478"/>
          <ac:cxnSpMkLst>
            <pc:docMk/>
            <pc:sldMk cId="1698278807" sldId="1596"/>
            <ac:cxnSpMk id="109" creationId="{E1721ABA-665C-900C-68C2-80122B81BF35}"/>
          </ac:cxnSpMkLst>
        </pc:cxnChg>
      </pc:sldChg>
      <pc:sldChg chg="modSp mod">
        <pc:chgData name="Brajesh Kumar Chaturvedi" userId="27cf5f9f-d0b9-4869-afc8-dacdbf2e11e3" providerId="ADAL" clId="{2EF98B59-B7DB-4495-9802-1D01E44BA585}" dt="2025-06-05T17:42:02.450" v="4796" actId="20577"/>
        <pc:sldMkLst>
          <pc:docMk/>
          <pc:sldMk cId="2407660643" sldId="1597"/>
        </pc:sldMkLst>
        <pc:spChg chg="mod">
          <ac:chgData name="Brajesh Kumar Chaturvedi" userId="27cf5f9f-d0b9-4869-afc8-dacdbf2e11e3" providerId="ADAL" clId="{2EF98B59-B7DB-4495-9802-1D01E44BA585}" dt="2025-06-05T17:42:02.450" v="4796" actId="20577"/>
          <ac:spMkLst>
            <pc:docMk/>
            <pc:sldMk cId="2407660643" sldId="1597"/>
            <ac:spMk id="2" creationId="{6CE13FFD-927B-7C3F-D3EA-DC74C33CEB0B}"/>
          </ac:spMkLst>
        </pc:spChg>
      </pc:sldChg>
      <pc:sldChg chg="addSp delSp modSp mod">
        <pc:chgData name="Brajesh Kumar Chaturvedi" userId="27cf5f9f-d0b9-4869-afc8-dacdbf2e11e3" providerId="ADAL" clId="{2EF98B59-B7DB-4495-9802-1D01E44BA585}" dt="2025-06-05T16:22:50.076" v="101" actId="122"/>
        <pc:sldMkLst>
          <pc:docMk/>
          <pc:sldMk cId="3893115674" sldId="1633"/>
        </pc:sldMkLst>
        <pc:spChg chg="del">
          <ac:chgData name="Brajesh Kumar Chaturvedi" userId="27cf5f9f-d0b9-4869-afc8-dacdbf2e11e3" providerId="ADAL" clId="{2EF98B59-B7DB-4495-9802-1D01E44BA585}" dt="2025-06-05T16:17:59.659" v="2" actId="478"/>
          <ac:spMkLst>
            <pc:docMk/>
            <pc:sldMk cId="3893115674" sldId="1633"/>
            <ac:spMk id="3" creationId="{C6E4E07A-DDF4-448C-BA9D-ADF4477117DA}"/>
          </ac:spMkLst>
        </pc:spChg>
        <pc:spChg chg="add mod">
          <ac:chgData name="Brajesh Kumar Chaturvedi" userId="27cf5f9f-d0b9-4869-afc8-dacdbf2e11e3" providerId="ADAL" clId="{2EF98B59-B7DB-4495-9802-1D01E44BA585}" dt="2025-06-05T16:19:15.559" v="83" actId="120"/>
          <ac:spMkLst>
            <pc:docMk/>
            <pc:sldMk cId="3893115674" sldId="1633"/>
            <ac:spMk id="5" creationId="{4D66C27D-EE9E-549C-4ADD-850D69C73EC7}"/>
          </ac:spMkLst>
        </pc:spChg>
        <pc:spChg chg="del mod">
          <ac:chgData name="Brajesh Kumar Chaturvedi" userId="27cf5f9f-d0b9-4869-afc8-dacdbf2e11e3" providerId="ADAL" clId="{2EF98B59-B7DB-4495-9802-1D01E44BA585}" dt="2025-06-05T16:18:18.403" v="6" actId="478"/>
          <ac:spMkLst>
            <pc:docMk/>
            <pc:sldMk cId="3893115674" sldId="1633"/>
            <ac:spMk id="7" creationId="{32669CF4-44B3-43F3-934D-5FAF6207835B}"/>
          </ac:spMkLst>
        </pc:spChg>
        <pc:spChg chg="add del mod">
          <ac:chgData name="Brajesh Kumar Chaturvedi" userId="27cf5f9f-d0b9-4869-afc8-dacdbf2e11e3" providerId="ADAL" clId="{2EF98B59-B7DB-4495-9802-1D01E44BA585}" dt="2025-06-05T16:18:26.745" v="7" actId="478"/>
          <ac:spMkLst>
            <pc:docMk/>
            <pc:sldMk cId="3893115674" sldId="1633"/>
            <ac:spMk id="8" creationId="{BA90ACCE-9957-FD96-2B19-2D30BCFF8418}"/>
          </ac:spMkLst>
        </pc:spChg>
        <pc:graphicFrameChg chg="add del mod">
          <ac:chgData name="Brajesh Kumar Chaturvedi" userId="27cf5f9f-d0b9-4869-afc8-dacdbf2e11e3" providerId="ADAL" clId="{2EF98B59-B7DB-4495-9802-1D01E44BA585}" dt="2025-06-05T16:19:34.036" v="85" actId="478"/>
          <ac:graphicFrameMkLst>
            <pc:docMk/>
            <pc:sldMk cId="3893115674" sldId="1633"/>
            <ac:graphicFrameMk id="9" creationId="{E5BB8ECA-24BA-BA7F-5526-72E7A6102F58}"/>
          </ac:graphicFrameMkLst>
        </pc:graphicFrameChg>
        <pc:graphicFrameChg chg="add mod modGraphic">
          <ac:chgData name="Brajesh Kumar Chaturvedi" userId="27cf5f9f-d0b9-4869-afc8-dacdbf2e11e3" providerId="ADAL" clId="{2EF98B59-B7DB-4495-9802-1D01E44BA585}" dt="2025-06-05T16:22:50.076" v="101" actId="122"/>
          <ac:graphicFrameMkLst>
            <pc:docMk/>
            <pc:sldMk cId="3893115674" sldId="1633"/>
            <ac:graphicFrameMk id="10" creationId="{5FA30B31-A1FD-5222-E03D-3E91D3EF41CB}"/>
          </ac:graphicFrameMkLst>
        </pc:graphicFrameChg>
        <pc:picChg chg="del">
          <ac:chgData name="Brajesh Kumar Chaturvedi" userId="27cf5f9f-d0b9-4869-afc8-dacdbf2e11e3" providerId="ADAL" clId="{2EF98B59-B7DB-4495-9802-1D01E44BA585}" dt="2025-06-05T16:17:30.528" v="1" actId="478"/>
          <ac:picMkLst>
            <pc:docMk/>
            <pc:sldMk cId="3893115674" sldId="1633"/>
            <ac:picMk id="4" creationId="{436D0379-67EE-B3D4-DAB0-D8DD8EC67830}"/>
          </ac:picMkLst>
        </pc:picChg>
      </pc:sldChg>
      <pc:sldChg chg="modSp">
        <pc:chgData name="Brajesh Kumar Chaturvedi" userId="27cf5f9f-d0b9-4869-afc8-dacdbf2e11e3" providerId="ADAL" clId="{2EF98B59-B7DB-4495-9802-1D01E44BA585}" dt="2025-06-05T17:49:21.724" v="4934" actId="20577"/>
        <pc:sldMkLst>
          <pc:docMk/>
          <pc:sldMk cId="7430322" sldId="2120"/>
        </pc:sldMkLst>
        <pc:graphicFrameChg chg="mod">
          <ac:chgData name="Brajesh Kumar Chaturvedi" userId="27cf5f9f-d0b9-4869-afc8-dacdbf2e11e3" providerId="ADAL" clId="{2EF98B59-B7DB-4495-9802-1D01E44BA585}" dt="2025-06-05T17:49:21.724" v="4934" actId="20577"/>
          <ac:graphicFrameMkLst>
            <pc:docMk/>
            <pc:sldMk cId="7430322" sldId="2120"/>
            <ac:graphicFrameMk id="19" creationId="{E1D984B4-99DD-D1BD-7FC3-C5C0B1AEFD0E}"/>
          </ac:graphicFrameMkLst>
        </pc:graphicFrameChg>
      </pc:sldChg>
      <pc:sldChg chg="addSp delSp modSp add mod modClrScheme chgLayout">
        <pc:chgData name="Brajesh Kumar Chaturvedi" userId="27cf5f9f-d0b9-4869-afc8-dacdbf2e11e3" providerId="ADAL" clId="{2EF98B59-B7DB-4495-9802-1D01E44BA585}" dt="2025-06-05T16:45:14.620" v="1215" actId="20577"/>
        <pc:sldMkLst>
          <pc:docMk/>
          <pc:sldMk cId="1058319961" sldId="2121"/>
        </pc:sldMkLst>
        <pc:spChg chg="del">
          <ac:chgData name="Brajesh Kumar Chaturvedi" userId="27cf5f9f-d0b9-4869-afc8-dacdbf2e11e3" providerId="ADAL" clId="{2EF98B59-B7DB-4495-9802-1D01E44BA585}" dt="2025-06-05T16:23:28.614" v="105" actId="478"/>
          <ac:spMkLst>
            <pc:docMk/>
            <pc:sldMk cId="1058319961" sldId="2121"/>
            <ac:spMk id="3" creationId="{CAA57C99-B04D-BD95-0EA7-93C8479C0BD1}"/>
          </ac:spMkLst>
        </pc:spChg>
        <pc:spChg chg="add mod ord">
          <ac:chgData name="Brajesh Kumar Chaturvedi" userId="27cf5f9f-d0b9-4869-afc8-dacdbf2e11e3" providerId="ADAL" clId="{2EF98B59-B7DB-4495-9802-1D01E44BA585}" dt="2025-06-05T16:44:57.331" v="1201" actId="20577"/>
          <ac:spMkLst>
            <pc:docMk/>
            <pc:sldMk cId="1058319961" sldId="2121"/>
            <ac:spMk id="5" creationId="{84D77992-3DEB-B5D8-7986-28C764CB0A63}"/>
          </ac:spMkLst>
        </pc:spChg>
        <pc:spChg chg="del mod">
          <ac:chgData name="Brajesh Kumar Chaturvedi" userId="27cf5f9f-d0b9-4869-afc8-dacdbf2e11e3" providerId="ADAL" clId="{2EF98B59-B7DB-4495-9802-1D01E44BA585}" dt="2025-06-05T16:23:33.039" v="107" actId="478"/>
          <ac:spMkLst>
            <pc:docMk/>
            <pc:sldMk cId="1058319961" sldId="2121"/>
            <ac:spMk id="7" creationId="{BF319897-7FBE-EACD-C18E-EBAD684B60A6}"/>
          </ac:spMkLst>
        </pc:spChg>
        <pc:spChg chg="add del mod">
          <ac:chgData name="Brajesh Kumar Chaturvedi" userId="27cf5f9f-d0b9-4869-afc8-dacdbf2e11e3" providerId="ADAL" clId="{2EF98B59-B7DB-4495-9802-1D01E44BA585}" dt="2025-06-05T16:24:45.767" v="124" actId="478"/>
          <ac:spMkLst>
            <pc:docMk/>
            <pc:sldMk cId="1058319961" sldId="2121"/>
            <ac:spMk id="8" creationId="{80AFED84-C98A-500D-E167-A7D29579AA48}"/>
          </ac:spMkLst>
        </pc:spChg>
        <pc:spChg chg="add del mod ord">
          <ac:chgData name="Brajesh Kumar Chaturvedi" userId="27cf5f9f-d0b9-4869-afc8-dacdbf2e11e3" providerId="ADAL" clId="{2EF98B59-B7DB-4495-9802-1D01E44BA585}" dt="2025-06-05T16:25:39.525" v="128" actId="478"/>
          <ac:spMkLst>
            <pc:docMk/>
            <pc:sldMk cId="1058319961" sldId="2121"/>
            <ac:spMk id="9" creationId="{C73DDCA1-DB84-7BBC-4851-48775EBED4CA}"/>
          </ac:spMkLst>
        </pc:spChg>
        <pc:spChg chg="add mod ord">
          <ac:chgData name="Brajesh Kumar Chaturvedi" userId="27cf5f9f-d0b9-4869-afc8-dacdbf2e11e3" providerId="ADAL" clId="{2EF98B59-B7DB-4495-9802-1D01E44BA585}" dt="2025-06-05T16:32:55.014" v="724" actId="1076"/>
          <ac:spMkLst>
            <pc:docMk/>
            <pc:sldMk cId="1058319961" sldId="2121"/>
            <ac:spMk id="10" creationId="{FFEE9032-E798-3776-6A73-B871CE1A8951}"/>
          </ac:spMkLst>
        </pc:spChg>
        <pc:spChg chg="add mod">
          <ac:chgData name="Brajesh Kumar Chaturvedi" userId="27cf5f9f-d0b9-4869-afc8-dacdbf2e11e3" providerId="ADAL" clId="{2EF98B59-B7DB-4495-9802-1D01E44BA585}" dt="2025-06-05T16:43:35.939" v="1149" actId="20577"/>
          <ac:spMkLst>
            <pc:docMk/>
            <pc:sldMk cId="1058319961" sldId="2121"/>
            <ac:spMk id="12" creationId="{77085718-8D9C-DCC4-EAB7-C8649113A6ED}"/>
          </ac:spMkLst>
        </pc:spChg>
        <pc:spChg chg="add mod">
          <ac:chgData name="Brajesh Kumar Chaturvedi" userId="27cf5f9f-d0b9-4869-afc8-dacdbf2e11e3" providerId="ADAL" clId="{2EF98B59-B7DB-4495-9802-1D01E44BA585}" dt="2025-06-05T16:33:10.570" v="728"/>
          <ac:spMkLst>
            <pc:docMk/>
            <pc:sldMk cId="1058319961" sldId="2121"/>
            <ac:spMk id="13" creationId="{BFB44E10-2E12-3FA8-6610-5E61973CB3C4}"/>
          </ac:spMkLst>
        </pc:spChg>
        <pc:spChg chg="add mod">
          <ac:chgData name="Brajesh Kumar Chaturvedi" userId="27cf5f9f-d0b9-4869-afc8-dacdbf2e11e3" providerId="ADAL" clId="{2EF98B59-B7DB-4495-9802-1D01E44BA585}" dt="2025-06-05T16:44:43.387" v="1179" actId="20577"/>
          <ac:spMkLst>
            <pc:docMk/>
            <pc:sldMk cId="1058319961" sldId="2121"/>
            <ac:spMk id="14" creationId="{14F25846-3CF0-E016-9E16-64981E2DF304}"/>
          </ac:spMkLst>
        </pc:spChg>
        <pc:spChg chg="add mod">
          <ac:chgData name="Brajesh Kumar Chaturvedi" userId="27cf5f9f-d0b9-4869-afc8-dacdbf2e11e3" providerId="ADAL" clId="{2EF98B59-B7DB-4495-9802-1D01E44BA585}" dt="2025-06-05T16:45:14.620" v="1215" actId="20577"/>
          <ac:spMkLst>
            <pc:docMk/>
            <pc:sldMk cId="1058319961" sldId="2121"/>
            <ac:spMk id="15" creationId="{14038D3E-27EA-5D33-3A24-5996057CAF8A}"/>
          </ac:spMkLst>
        </pc:spChg>
        <pc:graphicFrameChg chg="add del mod">
          <ac:chgData name="Brajesh Kumar Chaturvedi" userId="27cf5f9f-d0b9-4869-afc8-dacdbf2e11e3" providerId="ADAL" clId="{2EF98B59-B7DB-4495-9802-1D01E44BA585}" dt="2025-06-05T16:26:23.948" v="132" actId="478"/>
          <ac:graphicFrameMkLst>
            <pc:docMk/>
            <pc:sldMk cId="1058319961" sldId="2121"/>
            <ac:graphicFrameMk id="11" creationId="{2B357C1C-5CAC-1FBE-85CF-7C18EC393579}"/>
          </ac:graphicFrameMkLst>
        </pc:graphicFrameChg>
        <pc:picChg chg="del">
          <ac:chgData name="Brajesh Kumar Chaturvedi" userId="27cf5f9f-d0b9-4869-afc8-dacdbf2e11e3" providerId="ADAL" clId="{2EF98B59-B7DB-4495-9802-1D01E44BA585}" dt="2025-06-05T16:23:21.774" v="103" actId="478"/>
          <ac:picMkLst>
            <pc:docMk/>
            <pc:sldMk cId="1058319961" sldId="2121"/>
            <ac:picMk id="4" creationId="{1F541EEC-0DB0-9B8D-8F93-772DD0979B9E}"/>
          </ac:picMkLst>
        </pc:picChg>
      </pc:sldChg>
      <pc:sldChg chg="add del">
        <pc:chgData name="Brajesh Kumar Chaturvedi" userId="27cf5f9f-d0b9-4869-afc8-dacdbf2e11e3" providerId="ADAL" clId="{2EF98B59-B7DB-4495-9802-1D01E44BA585}" dt="2025-06-05T17:40:35.324" v="4747" actId="2696"/>
        <pc:sldMkLst>
          <pc:docMk/>
          <pc:sldMk cId="3150978191" sldId="2122"/>
        </pc:sldMkLst>
      </pc:sldChg>
      <pc:sldChg chg="modSp add mod">
        <pc:chgData name="Brajesh Kumar Chaturvedi" userId="27cf5f9f-d0b9-4869-afc8-dacdbf2e11e3" providerId="ADAL" clId="{2EF98B59-B7DB-4495-9802-1D01E44BA585}" dt="2025-06-05T16:55:32.684" v="1819" actId="20577"/>
        <pc:sldMkLst>
          <pc:docMk/>
          <pc:sldMk cId="4283511650" sldId="2123"/>
        </pc:sldMkLst>
        <pc:spChg chg="mod">
          <ac:chgData name="Brajesh Kumar Chaturvedi" userId="27cf5f9f-d0b9-4869-afc8-dacdbf2e11e3" providerId="ADAL" clId="{2EF98B59-B7DB-4495-9802-1D01E44BA585}" dt="2025-06-05T16:45:38.119" v="1216"/>
          <ac:spMkLst>
            <pc:docMk/>
            <pc:sldMk cId="4283511650" sldId="2123"/>
            <ac:spMk id="5" creationId="{C59CB475-7393-8550-DC67-0697B035832D}"/>
          </ac:spMkLst>
        </pc:spChg>
        <pc:spChg chg="mod">
          <ac:chgData name="Brajesh Kumar Chaturvedi" userId="27cf5f9f-d0b9-4869-afc8-dacdbf2e11e3" providerId="ADAL" clId="{2EF98B59-B7DB-4495-9802-1D01E44BA585}" dt="2025-06-05T16:54:08.346" v="1689" actId="20577"/>
          <ac:spMkLst>
            <pc:docMk/>
            <pc:sldMk cId="4283511650" sldId="2123"/>
            <ac:spMk id="10" creationId="{5D4B0613-961C-7B1E-9DDB-B3CAAE7CED03}"/>
          </ac:spMkLst>
        </pc:spChg>
        <pc:spChg chg="mod">
          <ac:chgData name="Brajesh Kumar Chaturvedi" userId="27cf5f9f-d0b9-4869-afc8-dacdbf2e11e3" providerId="ADAL" clId="{2EF98B59-B7DB-4495-9802-1D01E44BA585}" dt="2025-06-05T16:55:32.684" v="1819" actId="20577"/>
          <ac:spMkLst>
            <pc:docMk/>
            <pc:sldMk cId="4283511650" sldId="2123"/>
            <ac:spMk id="12" creationId="{87B84CE5-7160-7A10-E0D8-E68F00975658}"/>
          </ac:spMkLst>
        </pc:spChg>
        <pc:spChg chg="mod">
          <ac:chgData name="Brajesh Kumar Chaturvedi" userId="27cf5f9f-d0b9-4869-afc8-dacdbf2e11e3" providerId="ADAL" clId="{2EF98B59-B7DB-4495-9802-1D01E44BA585}" dt="2025-06-05T16:46:08.077" v="1219" actId="1076"/>
          <ac:spMkLst>
            <pc:docMk/>
            <pc:sldMk cId="4283511650" sldId="2123"/>
            <ac:spMk id="14" creationId="{AB62507A-1B0B-B298-211D-FCFE2BBB35AA}"/>
          </ac:spMkLst>
        </pc:spChg>
        <pc:spChg chg="mod">
          <ac:chgData name="Brajesh Kumar Chaturvedi" userId="27cf5f9f-d0b9-4869-afc8-dacdbf2e11e3" providerId="ADAL" clId="{2EF98B59-B7DB-4495-9802-1D01E44BA585}" dt="2025-06-05T16:46:18.711" v="1234" actId="20577"/>
          <ac:spMkLst>
            <pc:docMk/>
            <pc:sldMk cId="4283511650" sldId="2123"/>
            <ac:spMk id="15" creationId="{69315935-4F6C-2C0C-6069-352E9109BD9F}"/>
          </ac:spMkLst>
        </pc:spChg>
      </pc:sldChg>
      <pc:sldChg chg="modSp add mod">
        <pc:chgData name="Brajesh Kumar Chaturvedi" userId="27cf5f9f-d0b9-4869-afc8-dacdbf2e11e3" providerId="ADAL" clId="{2EF98B59-B7DB-4495-9802-1D01E44BA585}" dt="2025-06-05T17:09:39.926" v="2454" actId="20577"/>
        <pc:sldMkLst>
          <pc:docMk/>
          <pc:sldMk cId="3391121986" sldId="2124"/>
        </pc:sldMkLst>
        <pc:spChg chg="mod">
          <ac:chgData name="Brajesh Kumar Chaturvedi" userId="27cf5f9f-d0b9-4869-afc8-dacdbf2e11e3" providerId="ADAL" clId="{2EF98B59-B7DB-4495-9802-1D01E44BA585}" dt="2025-06-05T16:57:34.810" v="1834" actId="20577"/>
          <ac:spMkLst>
            <pc:docMk/>
            <pc:sldMk cId="3391121986" sldId="2124"/>
            <ac:spMk id="5" creationId="{BBB0A1A8-B803-5D18-A140-24C64C6E3453}"/>
          </ac:spMkLst>
        </pc:spChg>
        <pc:spChg chg="mod">
          <ac:chgData name="Brajesh Kumar Chaturvedi" userId="27cf5f9f-d0b9-4869-afc8-dacdbf2e11e3" providerId="ADAL" clId="{2EF98B59-B7DB-4495-9802-1D01E44BA585}" dt="2025-06-05T17:04:17.506" v="2130" actId="20577"/>
          <ac:spMkLst>
            <pc:docMk/>
            <pc:sldMk cId="3391121986" sldId="2124"/>
            <ac:spMk id="10" creationId="{1F1E3218-71B6-194D-D289-46ED011FE229}"/>
          </ac:spMkLst>
        </pc:spChg>
        <pc:spChg chg="mod">
          <ac:chgData name="Brajesh Kumar Chaturvedi" userId="27cf5f9f-d0b9-4869-afc8-dacdbf2e11e3" providerId="ADAL" clId="{2EF98B59-B7DB-4495-9802-1D01E44BA585}" dt="2025-06-05T17:09:39.926" v="2454" actId="20577"/>
          <ac:spMkLst>
            <pc:docMk/>
            <pc:sldMk cId="3391121986" sldId="2124"/>
            <ac:spMk id="12" creationId="{32D263A8-85C7-1BDC-E164-B38B89E8FF56}"/>
          </ac:spMkLst>
        </pc:spChg>
        <pc:spChg chg="mod">
          <ac:chgData name="Brajesh Kumar Chaturvedi" userId="27cf5f9f-d0b9-4869-afc8-dacdbf2e11e3" providerId="ADAL" clId="{2EF98B59-B7DB-4495-9802-1D01E44BA585}" dt="2025-06-05T16:57:46.435" v="1849" actId="20577"/>
          <ac:spMkLst>
            <pc:docMk/>
            <pc:sldMk cId="3391121986" sldId="2124"/>
            <ac:spMk id="14" creationId="{DD5F9323-333A-8D9D-836A-46952183D174}"/>
          </ac:spMkLst>
        </pc:spChg>
        <pc:spChg chg="mod">
          <ac:chgData name="Brajesh Kumar Chaturvedi" userId="27cf5f9f-d0b9-4869-afc8-dacdbf2e11e3" providerId="ADAL" clId="{2EF98B59-B7DB-4495-9802-1D01E44BA585}" dt="2025-06-05T17:04:50.201" v="2174" actId="20577"/>
          <ac:spMkLst>
            <pc:docMk/>
            <pc:sldMk cId="3391121986" sldId="2124"/>
            <ac:spMk id="15" creationId="{6632E2D8-62B1-65B5-9B41-683DE97DB12B}"/>
          </ac:spMkLst>
        </pc:spChg>
      </pc:sldChg>
      <pc:sldChg chg="modSp add mod">
        <pc:chgData name="Brajesh Kumar Chaturvedi" userId="27cf5f9f-d0b9-4869-afc8-dacdbf2e11e3" providerId="ADAL" clId="{2EF98B59-B7DB-4495-9802-1D01E44BA585}" dt="2025-06-05T17:13:20.324" v="2533" actId="20577"/>
        <pc:sldMkLst>
          <pc:docMk/>
          <pc:sldMk cId="3626225298" sldId="2125"/>
        </pc:sldMkLst>
        <pc:spChg chg="mod">
          <ac:chgData name="Brajesh Kumar Chaturvedi" userId="27cf5f9f-d0b9-4869-afc8-dacdbf2e11e3" providerId="ADAL" clId="{2EF98B59-B7DB-4495-9802-1D01E44BA585}" dt="2025-06-05T17:11:35.499" v="2459" actId="20577"/>
          <ac:spMkLst>
            <pc:docMk/>
            <pc:sldMk cId="3626225298" sldId="2125"/>
            <ac:spMk id="5" creationId="{B50B7C45-7497-CEB8-2FF3-A46EB323BA11}"/>
          </ac:spMkLst>
        </pc:spChg>
        <pc:spChg chg="mod">
          <ac:chgData name="Brajesh Kumar Chaturvedi" userId="27cf5f9f-d0b9-4869-afc8-dacdbf2e11e3" providerId="ADAL" clId="{2EF98B59-B7DB-4495-9802-1D01E44BA585}" dt="2025-06-05T17:12:51.786" v="2518" actId="5793"/>
          <ac:spMkLst>
            <pc:docMk/>
            <pc:sldMk cId="3626225298" sldId="2125"/>
            <ac:spMk id="10" creationId="{197CEEE7-C82D-0939-C89A-4E19E8D00006}"/>
          </ac:spMkLst>
        </pc:spChg>
        <pc:spChg chg="mod">
          <ac:chgData name="Brajesh Kumar Chaturvedi" userId="27cf5f9f-d0b9-4869-afc8-dacdbf2e11e3" providerId="ADAL" clId="{2EF98B59-B7DB-4495-9802-1D01E44BA585}" dt="2025-06-05T17:13:20.324" v="2533" actId="20577"/>
          <ac:spMkLst>
            <pc:docMk/>
            <pc:sldMk cId="3626225298" sldId="2125"/>
            <ac:spMk id="12" creationId="{5108D7A4-183E-B51F-EB14-8DD42A6BA626}"/>
          </ac:spMkLst>
        </pc:spChg>
        <pc:spChg chg="mod">
          <ac:chgData name="Brajesh Kumar Chaturvedi" userId="27cf5f9f-d0b9-4869-afc8-dacdbf2e11e3" providerId="ADAL" clId="{2EF98B59-B7DB-4495-9802-1D01E44BA585}" dt="2025-06-05T17:11:42.117" v="2464" actId="20577"/>
          <ac:spMkLst>
            <pc:docMk/>
            <pc:sldMk cId="3626225298" sldId="2125"/>
            <ac:spMk id="14" creationId="{C316352B-8610-756B-00C3-FBF7F321318D}"/>
          </ac:spMkLst>
        </pc:spChg>
        <pc:spChg chg="mod">
          <ac:chgData name="Brajesh Kumar Chaturvedi" userId="27cf5f9f-d0b9-4869-afc8-dacdbf2e11e3" providerId="ADAL" clId="{2EF98B59-B7DB-4495-9802-1D01E44BA585}" dt="2025-06-05T17:11:53.488" v="2468" actId="20577"/>
          <ac:spMkLst>
            <pc:docMk/>
            <pc:sldMk cId="3626225298" sldId="2125"/>
            <ac:spMk id="15" creationId="{BA0DB320-4D2E-6407-1BED-CB56C2F7E679}"/>
          </ac:spMkLst>
        </pc:spChg>
      </pc:sldChg>
      <pc:sldChg chg="modSp add mod">
        <pc:chgData name="Brajesh Kumar Chaturvedi" userId="27cf5f9f-d0b9-4869-afc8-dacdbf2e11e3" providerId="ADAL" clId="{2EF98B59-B7DB-4495-9802-1D01E44BA585}" dt="2025-06-05T17:24:43.135" v="3461" actId="20577"/>
        <pc:sldMkLst>
          <pc:docMk/>
          <pc:sldMk cId="2400058287" sldId="2126"/>
        </pc:sldMkLst>
        <pc:spChg chg="mod">
          <ac:chgData name="Brajesh Kumar Chaturvedi" userId="27cf5f9f-d0b9-4869-afc8-dacdbf2e11e3" providerId="ADAL" clId="{2EF98B59-B7DB-4495-9802-1D01E44BA585}" dt="2025-06-05T17:13:50.968" v="2548" actId="20577"/>
          <ac:spMkLst>
            <pc:docMk/>
            <pc:sldMk cId="2400058287" sldId="2126"/>
            <ac:spMk id="5" creationId="{A1ED5135-990A-AA2C-B890-5A99D63F6B1D}"/>
          </ac:spMkLst>
        </pc:spChg>
        <pc:spChg chg="mod">
          <ac:chgData name="Brajesh Kumar Chaturvedi" userId="27cf5f9f-d0b9-4869-afc8-dacdbf2e11e3" providerId="ADAL" clId="{2EF98B59-B7DB-4495-9802-1D01E44BA585}" dt="2025-06-05T17:21:27.989" v="3308" actId="27636"/>
          <ac:spMkLst>
            <pc:docMk/>
            <pc:sldMk cId="2400058287" sldId="2126"/>
            <ac:spMk id="10" creationId="{05E3A8AB-6BF7-72DD-67DB-72682FFA20DB}"/>
          </ac:spMkLst>
        </pc:spChg>
        <pc:spChg chg="mod">
          <ac:chgData name="Brajesh Kumar Chaturvedi" userId="27cf5f9f-d0b9-4869-afc8-dacdbf2e11e3" providerId="ADAL" clId="{2EF98B59-B7DB-4495-9802-1D01E44BA585}" dt="2025-06-05T17:24:43.135" v="3461" actId="20577"/>
          <ac:spMkLst>
            <pc:docMk/>
            <pc:sldMk cId="2400058287" sldId="2126"/>
            <ac:spMk id="12" creationId="{C33E0074-E04F-0355-ABEB-64BCC7B22811}"/>
          </ac:spMkLst>
        </pc:spChg>
        <pc:spChg chg="mod">
          <ac:chgData name="Brajesh Kumar Chaturvedi" userId="27cf5f9f-d0b9-4869-afc8-dacdbf2e11e3" providerId="ADAL" clId="{2EF98B59-B7DB-4495-9802-1D01E44BA585}" dt="2025-06-05T17:14:04.404" v="2573" actId="20577"/>
          <ac:spMkLst>
            <pc:docMk/>
            <pc:sldMk cId="2400058287" sldId="2126"/>
            <ac:spMk id="14" creationId="{9CA3A95C-2EAF-FB5C-035D-434E4D06C434}"/>
          </ac:spMkLst>
        </pc:spChg>
        <pc:spChg chg="mod">
          <ac:chgData name="Brajesh Kumar Chaturvedi" userId="27cf5f9f-d0b9-4869-afc8-dacdbf2e11e3" providerId="ADAL" clId="{2EF98B59-B7DB-4495-9802-1D01E44BA585}" dt="2025-06-05T17:23:18.551" v="3335" actId="20577"/>
          <ac:spMkLst>
            <pc:docMk/>
            <pc:sldMk cId="2400058287" sldId="2126"/>
            <ac:spMk id="15" creationId="{87F4FCC2-CF19-BE90-7C2F-39647122FBA2}"/>
          </ac:spMkLst>
        </pc:spChg>
      </pc:sldChg>
      <pc:sldChg chg="modSp add mod">
        <pc:chgData name="Brajesh Kumar Chaturvedi" userId="27cf5f9f-d0b9-4869-afc8-dacdbf2e11e3" providerId="ADAL" clId="{2EF98B59-B7DB-4495-9802-1D01E44BA585}" dt="2025-06-05T17:29:32.053" v="3702"/>
        <pc:sldMkLst>
          <pc:docMk/>
          <pc:sldMk cId="241337336" sldId="2127"/>
        </pc:sldMkLst>
        <pc:spChg chg="mod">
          <ac:chgData name="Brajesh Kumar Chaturvedi" userId="27cf5f9f-d0b9-4869-afc8-dacdbf2e11e3" providerId="ADAL" clId="{2EF98B59-B7DB-4495-9802-1D01E44BA585}" dt="2025-06-05T17:25:20.530" v="3466" actId="20577"/>
          <ac:spMkLst>
            <pc:docMk/>
            <pc:sldMk cId="241337336" sldId="2127"/>
            <ac:spMk id="5" creationId="{2A0F1F2E-9945-3552-0108-DB75A58EAC7D}"/>
          </ac:spMkLst>
        </pc:spChg>
        <pc:spChg chg="mod">
          <ac:chgData name="Brajesh Kumar Chaturvedi" userId="27cf5f9f-d0b9-4869-afc8-dacdbf2e11e3" providerId="ADAL" clId="{2EF98B59-B7DB-4495-9802-1D01E44BA585}" dt="2025-06-05T17:29:13.734" v="3700" actId="33524"/>
          <ac:spMkLst>
            <pc:docMk/>
            <pc:sldMk cId="241337336" sldId="2127"/>
            <ac:spMk id="10" creationId="{B0FA5A08-FAA6-1251-5E45-1A3F49702777}"/>
          </ac:spMkLst>
        </pc:spChg>
        <pc:spChg chg="mod">
          <ac:chgData name="Brajesh Kumar Chaturvedi" userId="27cf5f9f-d0b9-4869-afc8-dacdbf2e11e3" providerId="ADAL" clId="{2EF98B59-B7DB-4495-9802-1D01E44BA585}" dt="2025-06-05T17:29:06.412" v="3699" actId="20577"/>
          <ac:spMkLst>
            <pc:docMk/>
            <pc:sldMk cId="241337336" sldId="2127"/>
            <ac:spMk id="12" creationId="{B8F32218-0662-7369-FFA2-A7B435A59FBD}"/>
          </ac:spMkLst>
        </pc:spChg>
        <pc:spChg chg="mod">
          <ac:chgData name="Brajesh Kumar Chaturvedi" userId="27cf5f9f-d0b9-4869-afc8-dacdbf2e11e3" providerId="ADAL" clId="{2EF98B59-B7DB-4495-9802-1D01E44BA585}" dt="2025-06-05T17:29:27.037" v="3701"/>
          <ac:spMkLst>
            <pc:docMk/>
            <pc:sldMk cId="241337336" sldId="2127"/>
            <ac:spMk id="14" creationId="{0145FF6A-AD67-56B6-172C-7D2A5E851B93}"/>
          </ac:spMkLst>
        </pc:spChg>
        <pc:spChg chg="mod">
          <ac:chgData name="Brajesh Kumar Chaturvedi" userId="27cf5f9f-d0b9-4869-afc8-dacdbf2e11e3" providerId="ADAL" clId="{2EF98B59-B7DB-4495-9802-1D01E44BA585}" dt="2025-06-05T17:29:32.053" v="3702"/>
          <ac:spMkLst>
            <pc:docMk/>
            <pc:sldMk cId="241337336" sldId="2127"/>
            <ac:spMk id="15" creationId="{99DA47AD-6FD0-0A7E-5433-C7142FA97F80}"/>
          </ac:spMkLst>
        </pc:spChg>
      </pc:sldChg>
      <pc:sldChg chg="modSp add mod">
        <pc:chgData name="Brajesh Kumar Chaturvedi" userId="27cf5f9f-d0b9-4869-afc8-dacdbf2e11e3" providerId="ADAL" clId="{2EF98B59-B7DB-4495-9802-1D01E44BA585}" dt="2025-06-05T17:37:33.817" v="4451"/>
        <pc:sldMkLst>
          <pc:docMk/>
          <pc:sldMk cId="3700140424" sldId="2128"/>
        </pc:sldMkLst>
        <pc:spChg chg="mod">
          <ac:chgData name="Brajesh Kumar Chaturvedi" userId="27cf5f9f-d0b9-4869-afc8-dacdbf2e11e3" providerId="ADAL" clId="{2EF98B59-B7DB-4495-9802-1D01E44BA585}" dt="2025-06-05T17:30:15.548" v="3717" actId="20577"/>
          <ac:spMkLst>
            <pc:docMk/>
            <pc:sldMk cId="3700140424" sldId="2128"/>
            <ac:spMk id="5" creationId="{E855A157-125D-CB03-92EA-909C925F6B6D}"/>
          </ac:spMkLst>
        </pc:spChg>
        <pc:spChg chg="mod">
          <ac:chgData name="Brajesh Kumar Chaturvedi" userId="27cf5f9f-d0b9-4869-afc8-dacdbf2e11e3" providerId="ADAL" clId="{2EF98B59-B7DB-4495-9802-1D01E44BA585}" dt="2025-06-05T17:37:20.571" v="4450" actId="20577"/>
          <ac:spMkLst>
            <pc:docMk/>
            <pc:sldMk cId="3700140424" sldId="2128"/>
            <ac:spMk id="10" creationId="{7D26EBFE-5A4E-782F-BDE5-D92D8170343B}"/>
          </ac:spMkLst>
        </pc:spChg>
        <pc:spChg chg="mod">
          <ac:chgData name="Brajesh Kumar Chaturvedi" userId="27cf5f9f-d0b9-4869-afc8-dacdbf2e11e3" providerId="ADAL" clId="{2EF98B59-B7DB-4495-9802-1D01E44BA585}" dt="2025-06-05T17:35:59.229" v="4309" actId="1076"/>
          <ac:spMkLst>
            <pc:docMk/>
            <pc:sldMk cId="3700140424" sldId="2128"/>
            <ac:spMk id="12" creationId="{84659B90-1DA6-45E7-7B16-F3B12E447E06}"/>
          </ac:spMkLst>
        </pc:spChg>
        <pc:spChg chg="mod">
          <ac:chgData name="Brajesh Kumar Chaturvedi" userId="27cf5f9f-d0b9-4869-afc8-dacdbf2e11e3" providerId="ADAL" clId="{2EF98B59-B7DB-4495-9802-1D01E44BA585}" dt="2025-06-05T17:30:26.863" v="3718"/>
          <ac:spMkLst>
            <pc:docMk/>
            <pc:sldMk cId="3700140424" sldId="2128"/>
            <ac:spMk id="14" creationId="{F4454D7E-0982-A3DC-9FBB-D9966D9A1A61}"/>
          </ac:spMkLst>
        </pc:spChg>
        <pc:spChg chg="mod">
          <ac:chgData name="Brajesh Kumar Chaturvedi" userId="27cf5f9f-d0b9-4869-afc8-dacdbf2e11e3" providerId="ADAL" clId="{2EF98B59-B7DB-4495-9802-1D01E44BA585}" dt="2025-06-05T17:37:33.817" v="4451"/>
          <ac:spMkLst>
            <pc:docMk/>
            <pc:sldMk cId="3700140424" sldId="2128"/>
            <ac:spMk id="15" creationId="{9058CB42-7AE1-47D9-5267-29568D5CEE0B}"/>
          </ac:spMkLst>
        </pc:spChg>
      </pc:sldChg>
      <pc:sldChg chg="modSp add mod">
        <pc:chgData name="Brajesh Kumar Chaturvedi" userId="27cf5f9f-d0b9-4869-afc8-dacdbf2e11e3" providerId="ADAL" clId="{2EF98B59-B7DB-4495-9802-1D01E44BA585}" dt="2025-06-05T17:40:23.264" v="4746" actId="20577"/>
        <pc:sldMkLst>
          <pc:docMk/>
          <pc:sldMk cId="253292925" sldId="2129"/>
        </pc:sldMkLst>
        <pc:spChg chg="mod">
          <ac:chgData name="Brajesh Kumar Chaturvedi" userId="27cf5f9f-d0b9-4869-afc8-dacdbf2e11e3" providerId="ADAL" clId="{2EF98B59-B7DB-4495-9802-1D01E44BA585}" dt="2025-06-05T17:37:56.197" v="4463" actId="20577"/>
          <ac:spMkLst>
            <pc:docMk/>
            <pc:sldMk cId="253292925" sldId="2129"/>
            <ac:spMk id="5" creationId="{6FC49E0F-5A34-F9E1-9A0C-25FCDE3C1141}"/>
          </ac:spMkLst>
        </pc:spChg>
        <pc:spChg chg="mod">
          <ac:chgData name="Brajesh Kumar Chaturvedi" userId="27cf5f9f-d0b9-4869-afc8-dacdbf2e11e3" providerId="ADAL" clId="{2EF98B59-B7DB-4495-9802-1D01E44BA585}" dt="2025-06-05T17:40:10.598" v="4718" actId="5793"/>
          <ac:spMkLst>
            <pc:docMk/>
            <pc:sldMk cId="253292925" sldId="2129"/>
            <ac:spMk id="10" creationId="{7E6CC8E9-D53E-4908-1B1D-CC5425AF14F2}"/>
          </ac:spMkLst>
        </pc:spChg>
        <pc:spChg chg="mod">
          <ac:chgData name="Brajesh Kumar Chaturvedi" userId="27cf5f9f-d0b9-4869-afc8-dacdbf2e11e3" providerId="ADAL" clId="{2EF98B59-B7DB-4495-9802-1D01E44BA585}" dt="2025-06-05T17:40:23.264" v="4746" actId="20577"/>
          <ac:spMkLst>
            <pc:docMk/>
            <pc:sldMk cId="253292925" sldId="2129"/>
            <ac:spMk id="12" creationId="{80DFE217-39AD-1B94-970C-217BACAF0B36}"/>
          </ac:spMkLst>
        </pc:spChg>
        <pc:spChg chg="mod">
          <ac:chgData name="Brajesh Kumar Chaturvedi" userId="27cf5f9f-d0b9-4869-afc8-dacdbf2e11e3" providerId="ADAL" clId="{2EF98B59-B7DB-4495-9802-1D01E44BA585}" dt="2025-06-05T17:38:04.529" v="4472" actId="20577"/>
          <ac:spMkLst>
            <pc:docMk/>
            <pc:sldMk cId="253292925" sldId="2129"/>
            <ac:spMk id="14" creationId="{ED28ECE5-C2F2-437D-6965-DBCC51ADB161}"/>
          </ac:spMkLst>
        </pc:spChg>
        <pc:spChg chg="mod">
          <ac:chgData name="Brajesh Kumar Chaturvedi" userId="27cf5f9f-d0b9-4869-afc8-dacdbf2e11e3" providerId="ADAL" clId="{2EF98B59-B7DB-4495-9802-1D01E44BA585}" dt="2025-06-05T17:38:12.594" v="4481" actId="20577"/>
          <ac:spMkLst>
            <pc:docMk/>
            <pc:sldMk cId="253292925" sldId="2129"/>
            <ac:spMk id="15" creationId="{E790DC2E-2DD1-31BC-67B5-22B8F932875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73320C-FB81-46BC-875E-7861CB80AA4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3CA7CDB1-E6E5-43C5-B662-8DA3D4FCA86E}">
      <dgm:prSet phldrT="[Text]" custT="1"/>
      <dgm:spPr/>
      <dgm:t>
        <a:bodyPr/>
        <a:lstStyle/>
        <a:p>
          <a:r>
            <a:rPr lang="en-US" altLang="ko-KR" sz="1600" dirty="0"/>
            <a:t>1.</a:t>
          </a:r>
          <a:r>
            <a:rPr lang="en-US" sz="1600" dirty="0"/>
            <a:t> Plant Study Report</a:t>
          </a:r>
          <a:endParaRPr lang="en-IN" sz="1600" dirty="0"/>
        </a:p>
      </dgm:t>
    </dgm:pt>
    <dgm:pt modelId="{D452B482-2BBB-46EF-A04A-52AA1BF076A3}" type="parTrans" cxnId="{D9C4964C-194C-4F94-A149-028309A8D632}">
      <dgm:prSet/>
      <dgm:spPr/>
      <dgm:t>
        <a:bodyPr/>
        <a:lstStyle/>
        <a:p>
          <a:endParaRPr lang="en-IN" sz="1050"/>
        </a:p>
      </dgm:t>
    </dgm:pt>
    <dgm:pt modelId="{541F4B86-D97C-46F6-A2A8-11400F57BB36}" type="sibTrans" cxnId="{D9C4964C-194C-4F94-A149-028309A8D632}">
      <dgm:prSet/>
      <dgm:spPr/>
      <dgm:t>
        <a:bodyPr/>
        <a:lstStyle/>
        <a:p>
          <a:endParaRPr lang="en-IN" sz="1050"/>
        </a:p>
      </dgm:t>
    </dgm:pt>
    <dgm:pt modelId="{8E10F457-5F27-4EEF-8A5A-6B7B45D56436}">
      <dgm:prSet phldrT="[Text]" custT="1"/>
      <dgm:spPr/>
      <dgm:t>
        <a:bodyPr/>
        <a:lstStyle/>
        <a:p>
          <a:r>
            <a:rPr lang="en-US" altLang="ko-KR" sz="1600" dirty="0"/>
            <a:t>2. Proposed Solutions</a:t>
          </a:r>
          <a:endParaRPr lang="en-IN" sz="1600" dirty="0"/>
        </a:p>
      </dgm:t>
    </dgm:pt>
    <dgm:pt modelId="{4E99638D-B015-46A1-85A0-696DC145182B}" type="parTrans" cxnId="{0F197A3B-1B7D-45CD-9412-CCAFEE2C02D9}">
      <dgm:prSet/>
      <dgm:spPr/>
      <dgm:t>
        <a:bodyPr/>
        <a:lstStyle/>
        <a:p>
          <a:endParaRPr lang="en-IN" sz="1050"/>
        </a:p>
      </dgm:t>
    </dgm:pt>
    <dgm:pt modelId="{590AE55E-E8A7-41B9-83AC-99DCD8BC980E}" type="sibTrans" cxnId="{0F197A3B-1B7D-45CD-9412-CCAFEE2C02D9}">
      <dgm:prSet/>
      <dgm:spPr/>
      <dgm:t>
        <a:bodyPr/>
        <a:lstStyle/>
        <a:p>
          <a:endParaRPr lang="en-IN" sz="1050"/>
        </a:p>
      </dgm:t>
    </dgm:pt>
    <dgm:pt modelId="{443CF4C5-74FA-4B68-A9F8-5AB9B0511598}">
      <dgm:prSet phldrT="[Text]" custT="1"/>
      <dgm:spPr/>
      <dgm:t>
        <a:bodyPr/>
        <a:lstStyle/>
        <a:p>
          <a:r>
            <a:rPr lang="en-IN" sz="1600" dirty="0"/>
            <a:t>Smart MES Solution</a:t>
          </a:r>
        </a:p>
      </dgm:t>
    </dgm:pt>
    <dgm:pt modelId="{BB5E5A43-5AA7-481F-B3C4-B5E8D7F8221B}" type="parTrans" cxnId="{314604CE-A4DA-45A1-A2AA-17A0BF6FDA8E}">
      <dgm:prSet/>
      <dgm:spPr/>
      <dgm:t>
        <a:bodyPr/>
        <a:lstStyle/>
        <a:p>
          <a:endParaRPr lang="en-IN"/>
        </a:p>
      </dgm:t>
    </dgm:pt>
    <dgm:pt modelId="{EA3E79F6-06DE-43EB-91F0-36AC227EFF95}" type="sibTrans" cxnId="{314604CE-A4DA-45A1-A2AA-17A0BF6FDA8E}">
      <dgm:prSet/>
      <dgm:spPr/>
      <dgm:t>
        <a:bodyPr/>
        <a:lstStyle/>
        <a:p>
          <a:endParaRPr lang="en-IN"/>
        </a:p>
      </dgm:t>
    </dgm:pt>
    <dgm:pt modelId="{4A28129B-D8CE-4F13-839F-09E6CB44D7BF}" type="pres">
      <dgm:prSet presAssocID="{E273320C-FB81-46BC-875E-7861CB80AA45}" presName="vert0" presStyleCnt="0">
        <dgm:presLayoutVars>
          <dgm:dir/>
          <dgm:animOne val="branch"/>
          <dgm:animLvl val="lvl"/>
        </dgm:presLayoutVars>
      </dgm:prSet>
      <dgm:spPr/>
    </dgm:pt>
    <dgm:pt modelId="{F71F76BA-04F8-4862-9D21-20E5333A9902}" type="pres">
      <dgm:prSet presAssocID="{3CA7CDB1-E6E5-43C5-B662-8DA3D4FCA86E}" presName="thickLine" presStyleLbl="alignNode1" presStyleIdx="0" presStyleCnt="2"/>
      <dgm:spPr/>
    </dgm:pt>
    <dgm:pt modelId="{0FBC5BF1-D35B-461B-B2A1-FF83819C2375}" type="pres">
      <dgm:prSet presAssocID="{3CA7CDB1-E6E5-43C5-B662-8DA3D4FCA86E}" presName="horz1" presStyleCnt="0"/>
      <dgm:spPr/>
    </dgm:pt>
    <dgm:pt modelId="{B62A780D-CBFF-4AA5-8002-7907654AE766}" type="pres">
      <dgm:prSet presAssocID="{3CA7CDB1-E6E5-43C5-B662-8DA3D4FCA86E}" presName="tx1" presStyleLbl="revTx" presStyleIdx="0" presStyleCnt="3" custScaleX="205587"/>
      <dgm:spPr/>
    </dgm:pt>
    <dgm:pt modelId="{283207D4-EF35-4F9D-ACB5-4385C2D3F442}" type="pres">
      <dgm:prSet presAssocID="{3CA7CDB1-E6E5-43C5-B662-8DA3D4FCA86E}" presName="vert1" presStyleCnt="0"/>
      <dgm:spPr/>
    </dgm:pt>
    <dgm:pt modelId="{EE6DD6BB-D0D8-4686-BFE0-0B7030DA985E}" type="pres">
      <dgm:prSet presAssocID="{8E10F457-5F27-4EEF-8A5A-6B7B45D56436}" presName="thickLine" presStyleLbl="alignNode1" presStyleIdx="1" presStyleCnt="2"/>
      <dgm:spPr/>
    </dgm:pt>
    <dgm:pt modelId="{1A04883B-D3DB-4766-A156-A5615E8C0889}" type="pres">
      <dgm:prSet presAssocID="{8E10F457-5F27-4EEF-8A5A-6B7B45D56436}" presName="horz1" presStyleCnt="0"/>
      <dgm:spPr/>
    </dgm:pt>
    <dgm:pt modelId="{35DEFE97-3112-411F-BE6E-AEBE41E029C5}" type="pres">
      <dgm:prSet presAssocID="{8E10F457-5F27-4EEF-8A5A-6B7B45D56436}" presName="tx1" presStyleLbl="revTx" presStyleIdx="1" presStyleCnt="3" custScaleX="261041"/>
      <dgm:spPr/>
    </dgm:pt>
    <dgm:pt modelId="{97AAFBBF-ABEF-4725-80E9-9697ED6BD09E}" type="pres">
      <dgm:prSet presAssocID="{8E10F457-5F27-4EEF-8A5A-6B7B45D56436}" presName="vert1" presStyleCnt="0"/>
      <dgm:spPr/>
    </dgm:pt>
    <dgm:pt modelId="{7298388B-376B-42CC-9D1E-4D01C3780691}" type="pres">
      <dgm:prSet presAssocID="{443CF4C5-74FA-4B68-A9F8-5AB9B0511598}" presName="vertSpace2a" presStyleCnt="0"/>
      <dgm:spPr/>
    </dgm:pt>
    <dgm:pt modelId="{6CEE87DB-A1F2-4A2B-8FC5-C78ECD3C417D}" type="pres">
      <dgm:prSet presAssocID="{443CF4C5-74FA-4B68-A9F8-5AB9B0511598}" presName="horz2" presStyleCnt="0"/>
      <dgm:spPr/>
    </dgm:pt>
    <dgm:pt modelId="{CAD09B52-1B63-40B7-9A0B-B98F5C17724A}" type="pres">
      <dgm:prSet presAssocID="{443CF4C5-74FA-4B68-A9F8-5AB9B0511598}" presName="horzSpace2" presStyleCnt="0"/>
      <dgm:spPr/>
    </dgm:pt>
    <dgm:pt modelId="{D7D92313-2BC7-4255-BA02-3C8606717460}" type="pres">
      <dgm:prSet presAssocID="{443CF4C5-74FA-4B68-A9F8-5AB9B0511598}" presName="tx2" presStyleLbl="revTx" presStyleIdx="2" presStyleCnt="3"/>
      <dgm:spPr/>
    </dgm:pt>
    <dgm:pt modelId="{04879C7D-8EFF-44B8-B362-A4700D1951AD}" type="pres">
      <dgm:prSet presAssocID="{443CF4C5-74FA-4B68-A9F8-5AB9B0511598}" presName="vert2" presStyleCnt="0"/>
      <dgm:spPr/>
    </dgm:pt>
    <dgm:pt modelId="{C1975214-3642-4142-8562-9AE4ED2CE6AE}" type="pres">
      <dgm:prSet presAssocID="{443CF4C5-74FA-4B68-A9F8-5AB9B0511598}" presName="thinLine2b" presStyleLbl="callout" presStyleIdx="0" presStyleCnt="1"/>
      <dgm:spPr/>
    </dgm:pt>
    <dgm:pt modelId="{5FA4EC5F-59E3-4E4D-8602-66EE2C5E06CC}" type="pres">
      <dgm:prSet presAssocID="{443CF4C5-74FA-4B68-A9F8-5AB9B0511598}" presName="vertSpace2b" presStyleCnt="0"/>
      <dgm:spPr/>
    </dgm:pt>
  </dgm:ptLst>
  <dgm:cxnLst>
    <dgm:cxn modelId="{6E10FE3A-6A3D-4382-9B42-B11F2D989C6D}" type="presOf" srcId="{8E10F457-5F27-4EEF-8A5A-6B7B45D56436}" destId="{35DEFE97-3112-411F-BE6E-AEBE41E029C5}" srcOrd="0" destOrd="0" presId="urn:microsoft.com/office/officeart/2008/layout/LinedList"/>
    <dgm:cxn modelId="{0F197A3B-1B7D-45CD-9412-CCAFEE2C02D9}" srcId="{E273320C-FB81-46BC-875E-7861CB80AA45}" destId="{8E10F457-5F27-4EEF-8A5A-6B7B45D56436}" srcOrd="1" destOrd="0" parTransId="{4E99638D-B015-46A1-85A0-696DC145182B}" sibTransId="{590AE55E-E8A7-41B9-83AC-99DCD8BC980E}"/>
    <dgm:cxn modelId="{7907D83F-38ED-40C0-A8B6-E2497014DBAB}" type="presOf" srcId="{443CF4C5-74FA-4B68-A9F8-5AB9B0511598}" destId="{D7D92313-2BC7-4255-BA02-3C8606717460}" srcOrd="0" destOrd="0" presId="urn:microsoft.com/office/officeart/2008/layout/LinedList"/>
    <dgm:cxn modelId="{1AF31145-28C5-4FC3-AB1E-B920F7E12F62}" type="presOf" srcId="{E273320C-FB81-46BC-875E-7861CB80AA45}" destId="{4A28129B-D8CE-4F13-839F-09E6CB44D7BF}" srcOrd="0" destOrd="0" presId="urn:microsoft.com/office/officeart/2008/layout/LinedList"/>
    <dgm:cxn modelId="{D9C4964C-194C-4F94-A149-028309A8D632}" srcId="{E273320C-FB81-46BC-875E-7861CB80AA45}" destId="{3CA7CDB1-E6E5-43C5-B662-8DA3D4FCA86E}" srcOrd="0" destOrd="0" parTransId="{D452B482-2BBB-46EF-A04A-52AA1BF076A3}" sibTransId="{541F4B86-D97C-46F6-A2A8-11400F57BB36}"/>
    <dgm:cxn modelId="{314604CE-A4DA-45A1-A2AA-17A0BF6FDA8E}" srcId="{8E10F457-5F27-4EEF-8A5A-6B7B45D56436}" destId="{443CF4C5-74FA-4B68-A9F8-5AB9B0511598}" srcOrd="0" destOrd="0" parTransId="{BB5E5A43-5AA7-481F-B3C4-B5E8D7F8221B}" sibTransId="{EA3E79F6-06DE-43EB-91F0-36AC227EFF95}"/>
    <dgm:cxn modelId="{28D19BD2-121C-46B0-AE30-A0E18C71B64B}" type="presOf" srcId="{3CA7CDB1-E6E5-43C5-B662-8DA3D4FCA86E}" destId="{B62A780D-CBFF-4AA5-8002-7907654AE766}" srcOrd="0" destOrd="0" presId="urn:microsoft.com/office/officeart/2008/layout/LinedList"/>
    <dgm:cxn modelId="{0BB4B0CD-33E1-49E8-BC62-4E7D17C4230D}" type="presParOf" srcId="{4A28129B-D8CE-4F13-839F-09E6CB44D7BF}" destId="{F71F76BA-04F8-4862-9D21-20E5333A9902}" srcOrd="0" destOrd="0" presId="urn:microsoft.com/office/officeart/2008/layout/LinedList"/>
    <dgm:cxn modelId="{B8480B57-5A78-427A-AFE2-2569E33E6107}" type="presParOf" srcId="{4A28129B-D8CE-4F13-839F-09E6CB44D7BF}" destId="{0FBC5BF1-D35B-461B-B2A1-FF83819C2375}" srcOrd="1" destOrd="0" presId="urn:microsoft.com/office/officeart/2008/layout/LinedList"/>
    <dgm:cxn modelId="{B59362B4-33F1-4029-B3B2-125BDFED17A2}" type="presParOf" srcId="{0FBC5BF1-D35B-461B-B2A1-FF83819C2375}" destId="{B62A780D-CBFF-4AA5-8002-7907654AE766}" srcOrd="0" destOrd="0" presId="urn:microsoft.com/office/officeart/2008/layout/LinedList"/>
    <dgm:cxn modelId="{F2A18DE4-DAA9-438A-9D3E-46D03E129EF2}" type="presParOf" srcId="{0FBC5BF1-D35B-461B-B2A1-FF83819C2375}" destId="{283207D4-EF35-4F9D-ACB5-4385C2D3F442}" srcOrd="1" destOrd="0" presId="urn:microsoft.com/office/officeart/2008/layout/LinedList"/>
    <dgm:cxn modelId="{C54C3687-0EFE-4D64-9E9D-AC07841B101C}" type="presParOf" srcId="{4A28129B-D8CE-4F13-839F-09E6CB44D7BF}" destId="{EE6DD6BB-D0D8-4686-BFE0-0B7030DA985E}" srcOrd="2" destOrd="0" presId="urn:microsoft.com/office/officeart/2008/layout/LinedList"/>
    <dgm:cxn modelId="{3CF43C1A-0DE1-4883-A6BF-8DE636721911}" type="presParOf" srcId="{4A28129B-D8CE-4F13-839F-09E6CB44D7BF}" destId="{1A04883B-D3DB-4766-A156-A5615E8C0889}" srcOrd="3" destOrd="0" presId="urn:microsoft.com/office/officeart/2008/layout/LinedList"/>
    <dgm:cxn modelId="{ADAE537C-6A19-44B0-B504-38F55998FFC3}" type="presParOf" srcId="{1A04883B-D3DB-4766-A156-A5615E8C0889}" destId="{35DEFE97-3112-411F-BE6E-AEBE41E029C5}" srcOrd="0" destOrd="0" presId="urn:microsoft.com/office/officeart/2008/layout/LinedList"/>
    <dgm:cxn modelId="{0D9D162D-0D84-4181-9287-058AB56871A5}" type="presParOf" srcId="{1A04883B-D3DB-4766-A156-A5615E8C0889}" destId="{97AAFBBF-ABEF-4725-80E9-9697ED6BD09E}" srcOrd="1" destOrd="0" presId="urn:microsoft.com/office/officeart/2008/layout/LinedList"/>
    <dgm:cxn modelId="{F21DC6E7-E42F-4480-A724-3A63C71893C9}" type="presParOf" srcId="{97AAFBBF-ABEF-4725-80E9-9697ED6BD09E}" destId="{7298388B-376B-42CC-9D1E-4D01C3780691}" srcOrd="0" destOrd="0" presId="urn:microsoft.com/office/officeart/2008/layout/LinedList"/>
    <dgm:cxn modelId="{B4481238-2C96-4EE9-B93F-812C1E338C10}" type="presParOf" srcId="{97AAFBBF-ABEF-4725-80E9-9697ED6BD09E}" destId="{6CEE87DB-A1F2-4A2B-8FC5-C78ECD3C417D}" srcOrd="1" destOrd="0" presId="urn:microsoft.com/office/officeart/2008/layout/LinedList"/>
    <dgm:cxn modelId="{955967B6-9CDF-49ED-8314-7F265EAFD2BC}" type="presParOf" srcId="{6CEE87DB-A1F2-4A2B-8FC5-C78ECD3C417D}" destId="{CAD09B52-1B63-40B7-9A0B-B98F5C17724A}" srcOrd="0" destOrd="0" presId="urn:microsoft.com/office/officeart/2008/layout/LinedList"/>
    <dgm:cxn modelId="{6C9E031F-4A6E-4D6F-9266-C9A57B76AE2B}" type="presParOf" srcId="{6CEE87DB-A1F2-4A2B-8FC5-C78ECD3C417D}" destId="{D7D92313-2BC7-4255-BA02-3C8606717460}" srcOrd="1" destOrd="0" presId="urn:microsoft.com/office/officeart/2008/layout/LinedList"/>
    <dgm:cxn modelId="{285204C9-81F3-4BE1-86A8-6418D29A92E0}" type="presParOf" srcId="{6CEE87DB-A1F2-4A2B-8FC5-C78ECD3C417D}" destId="{04879C7D-8EFF-44B8-B362-A4700D1951AD}" srcOrd="2" destOrd="0" presId="urn:microsoft.com/office/officeart/2008/layout/LinedList"/>
    <dgm:cxn modelId="{766F08B9-1149-434D-817A-11A857100DE4}" type="presParOf" srcId="{97AAFBBF-ABEF-4725-80E9-9697ED6BD09E}" destId="{C1975214-3642-4142-8562-9AE4ED2CE6AE}" srcOrd="2" destOrd="0" presId="urn:microsoft.com/office/officeart/2008/layout/LinedList"/>
    <dgm:cxn modelId="{2CE36308-DCED-48F5-A765-733B779FB2A6}" type="presParOf" srcId="{97AAFBBF-ABEF-4725-80E9-9697ED6BD09E}" destId="{5FA4EC5F-59E3-4E4D-8602-66EE2C5E06CC}"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EAE517-3EFC-4676-9A19-BACD4ABD496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62236FD7-770B-4163-A28B-79E100AA784B}">
      <dgm:prSet phldrT="[Text]" custT="1"/>
      <dgm:spPr/>
      <dgm:t>
        <a:bodyPr/>
        <a:lstStyle/>
        <a:p>
          <a:pPr>
            <a:buNone/>
          </a:pPr>
          <a:r>
            <a:rPr lang="en-US" sz="1600" b="1" dirty="0">
              <a:latin typeface="Arial" panose="020B0604020202020204" pitchFamily="34" charset="0"/>
              <a:cs typeface="Arial" panose="020B0604020202020204" pitchFamily="34" charset="0"/>
            </a:rPr>
            <a:t>Master Data Management </a:t>
          </a:r>
          <a:endParaRPr lang="en-IN" sz="1600" dirty="0"/>
        </a:p>
      </dgm:t>
    </dgm:pt>
    <dgm:pt modelId="{2E08508E-A0AB-4B0A-8376-080ECA5F64AF}" type="parTrans" cxnId="{768A290F-4AC6-4717-A39A-AC3D154A48BB}">
      <dgm:prSet/>
      <dgm:spPr/>
      <dgm:t>
        <a:bodyPr/>
        <a:lstStyle/>
        <a:p>
          <a:endParaRPr lang="en-IN"/>
        </a:p>
      </dgm:t>
    </dgm:pt>
    <dgm:pt modelId="{3A1B1699-05D7-46E1-BBB1-CA51B5DEC334}" type="sibTrans" cxnId="{768A290F-4AC6-4717-A39A-AC3D154A48BB}">
      <dgm:prSet/>
      <dgm:spPr/>
      <dgm:t>
        <a:bodyPr/>
        <a:lstStyle/>
        <a:p>
          <a:endParaRPr lang="en-IN"/>
        </a:p>
      </dgm:t>
    </dgm:pt>
    <dgm:pt modelId="{46B5FC62-86CB-4940-A267-C66991670928}">
      <dgm:prSet phldrT="[Text]"/>
      <dgm:spPr/>
      <dgm:t>
        <a:bodyPr/>
        <a:lstStyle/>
        <a:p>
          <a:pPr>
            <a:buFont typeface="+mj-lt"/>
            <a:buNone/>
          </a:pPr>
          <a:endParaRPr lang="en-IN" dirty="0"/>
        </a:p>
      </dgm:t>
    </dgm:pt>
    <dgm:pt modelId="{58E79403-2EE8-4A07-B3DF-401CBB4DEE8A}" type="parTrans" cxnId="{905E8659-9406-4432-AB01-ED100B364F02}">
      <dgm:prSet/>
      <dgm:spPr/>
      <dgm:t>
        <a:bodyPr/>
        <a:lstStyle/>
        <a:p>
          <a:endParaRPr lang="en-IN"/>
        </a:p>
      </dgm:t>
    </dgm:pt>
    <dgm:pt modelId="{14653344-DD43-4F80-BA54-DEB7AAB73536}" type="sibTrans" cxnId="{905E8659-9406-4432-AB01-ED100B364F02}">
      <dgm:prSet/>
      <dgm:spPr/>
      <dgm:t>
        <a:bodyPr/>
        <a:lstStyle/>
        <a:p>
          <a:endParaRPr lang="en-IN"/>
        </a:p>
      </dgm:t>
    </dgm:pt>
    <dgm:pt modelId="{774B6E68-9D42-4D17-A365-C54F3628AD47}">
      <dgm:prSet phldrT="[Text]" custT="1"/>
      <dgm:spPr/>
      <dgm:t>
        <a:bodyPr/>
        <a:lstStyle/>
        <a:p>
          <a:pPr>
            <a:buNone/>
          </a:pPr>
          <a:r>
            <a:rPr lang="en-US" sz="1600" b="1" dirty="0">
              <a:latin typeface="Arial" panose="020B0604020202020204" pitchFamily="34" charset="0"/>
              <a:cs typeface="Arial" panose="020B0604020202020204" pitchFamily="34" charset="0"/>
            </a:rPr>
            <a:t>Work Order Execution </a:t>
          </a:r>
          <a:endParaRPr lang="en-IN" sz="1600" dirty="0"/>
        </a:p>
      </dgm:t>
    </dgm:pt>
    <dgm:pt modelId="{EB1134A3-F34F-4F8F-B142-33BA46293245}" type="parTrans" cxnId="{02341CA5-0618-49F0-9912-E156CBD515DC}">
      <dgm:prSet/>
      <dgm:spPr/>
      <dgm:t>
        <a:bodyPr/>
        <a:lstStyle/>
        <a:p>
          <a:endParaRPr lang="en-IN"/>
        </a:p>
      </dgm:t>
    </dgm:pt>
    <dgm:pt modelId="{1FB87419-D800-4E0C-9672-79D2E2902D34}" type="sibTrans" cxnId="{02341CA5-0618-49F0-9912-E156CBD515DC}">
      <dgm:prSet/>
      <dgm:spPr/>
      <dgm:t>
        <a:bodyPr/>
        <a:lstStyle/>
        <a:p>
          <a:endParaRPr lang="en-IN"/>
        </a:p>
      </dgm:t>
    </dgm:pt>
    <dgm:pt modelId="{4F583105-29BF-4C10-8E59-7E1236E44B81}">
      <dgm:prSet phldrT="[Text]"/>
      <dgm:spPr/>
      <dgm:t>
        <a:bodyPr/>
        <a:lstStyle/>
        <a:p>
          <a:pPr>
            <a:buFont typeface="+mj-lt"/>
            <a:buNone/>
          </a:pPr>
          <a:endParaRPr lang="en-IN" dirty="0"/>
        </a:p>
      </dgm:t>
    </dgm:pt>
    <dgm:pt modelId="{D8BA73BA-CDA1-4870-8D02-40A852B3EC84}" type="parTrans" cxnId="{F52AC6FF-2BB5-44AA-8AC1-C066DDC88B5A}">
      <dgm:prSet/>
      <dgm:spPr/>
      <dgm:t>
        <a:bodyPr/>
        <a:lstStyle/>
        <a:p>
          <a:endParaRPr lang="en-IN"/>
        </a:p>
      </dgm:t>
    </dgm:pt>
    <dgm:pt modelId="{3997DF33-C5B0-416B-A5AE-BA79BF468315}" type="sibTrans" cxnId="{F52AC6FF-2BB5-44AA-8AC1-C066DDC88B5A}">
      <dgm:prSet/>
      <dgm:spPr/>
      <dgm:t>
        <a:bodyPr/>
        <a:lstStyle/>
        <a:p>
          <a:endParaRPr lang="en-IN"/>
        </a:p>
      </dgm:t>
    </dgm:pt>
    <dgm:pt modelId="{E3E24456-E9C6-40C4-A6F4-FD03D456E46D}">
      <dgm:prSet/>
      <dgm:spPr/>
      <dgm:t>
        <a:bodyPr/>
        <a:lstStyle/>
        <a:p>
          <a:pPr>
            <a:buFont typeface="+mj-lt"/>
            <a:buAutoNum type="arabicPeriod"/>
          </a:pPr>
          <a:r>
            <a:rPr lang="en-IN" b="0" i="0" dirty="0">
              <a:solidFill>
                <a:srgbClr val="000000"/>
              </a:solidFill>
              <a:effectLst/>
              <a:latin typeface="Aptos Narrow" panose="020B0004020202020204" pitchFamily="34" charset="0"/>
            </a:rPr>
            <a:t>Material management</a:t>
          </a:r>
        </a:p>
      </dgm:t>
    </dgm:pt>
    <dgm:pt modelId="{21E47785-E94D-4B18-91B1-4056816F0A45}" type="parTrans" cxnId="{6E51F1D8-FD9B-49ED-8F03-FE64DD47734D}">
      <dgm:prSet/>
      <dgm:spPr/>
      <dgm:t>
        <a:bodyPr/>
        <a:lstStyle/>
        <a:p>
          <a:endParaRPr lang="en-IN"/>
        </a:p>
      </dgm:t>
    </dgm:pt>
    <dgm:pt modelId="{4B78B45A-D3EF-4DD9-9874-474E699C5E35}" type="sibTrans" cxnId="{6E51F1D8-FD9B-49ED-8F03-FE64DD47734D}">
      <dgm:prSet/>
      <dgm:spPr/>
      <dgm:t>
        <a:bodyPr/>
        <a:lstStyle/>
        <a:p>
          <a:endParaRPr lang="en-IN"/>
        </a:p>
      </dgm:t>
    </dgm:pt>
    <dgm:pt modelId="{B1F06408-E424-4C56-9A65-D2C350A9FE33}">
      <dgm:prSet/>
      <dgm:spPr/>
      <dgm:t>
        <a:bodyPr/>
        <a:lstStyle/>
        <a:p>
          <a:pPr>
            <a:buFont typeface="+mj-lt"/>
            <a:buAutoNum type="arabicPeriod"/>
          </a:pPr>
          <a:r>
            <a:rPr lang="en-IN" b="0" i="0" dirty="0">
              <a:solidFill>
                <a:srgbClr val="000000"/>
              </a:solidFill>
              <a:effectLst/>
              <a:latin typeface="Aptos Narrow" panose="020B0004020202020204" pitchFamily="34" charset="0"/>
            </a:rPr>
            <a:t>BoM Management</a:t>
          </a:r>
        </a:p>
      </dgm:t>
    </dgm:pt>
    <dgm:pt modelId="{151391AF-24E8-4324-85A1-FDCB885542D5}" type="parTrans" cxnId="{B3942D48-32A3-4C8A-8E98-41F98A1CF124}">
      <dgm:prSet/>
      <dgm:spPr/>
      <dgm:t>
        <a:bodyPr/>
        <a:lstStyle/>
        <a:p>
          <a:endParaRPr lang="en-IN"/>
        </a:p>
      </dgm:t>
    </dgm:pt>
    <dgm:pt modelId="{4972EAD9-FE2B-4DCF-A133-E2EDC37BF7C9}" type="sibTrans" cxnId="{B3942D48-32A3-4C8A-8E98-41F98A1CF124}">
      <dgm:prSet/>
      <dgm:spPr/>
      <dgm:t>
        <a:bodyPr/>
        <a:lstStyle/>
        <a:p>
          <a:endParaRPr lang="en-IN"/>
        </a:p>
      </dgm:t>
    </dgm:pt>
    <dgm:pt modelId="{E4FDD401-444C-4F46-AF92-9FA09AC2BDD5}">
      <dgm:prSet/>
      <dgm:spPr/>
      <dgm:t>
        <a:bodyPr/>
        <a:lstStyle/>
        <a:p>
          <a:pPr>
            <a:buFont typeface="+mj-lt"/>
            <a:buAutoNum type="arabicPeriod"/>
          </a:pPr>
          <a:r>
            <a:rPr lang="en-IN" b="0" i="0" dirty="0">
              <a:solidFill>
                <a:srgbClr val="000000"/>
              </a:solidFill>
              <a:effectLst/>
              <a:latin typeface="Aptos Narrow" panose="020B0004020202020204" pitchFamily="34" charset="0"/>
            </a:rPr>
            <a:t>User Management</a:t>
          </a:r>
        </a:p>
      </dgm:t>
    </dgm:pt>
    <dgm:pt modelId="{FB92D427-6B71-44F1-98DD-B11D925CC277}" type="parTrans" cxnId="{6A8E3912-5B50-4EE3-8345-6C64364858DA}">
      <dgm:prSet/>
      <dgm:spPr/>
      <dgm:t>
        <a:bodyPr/>
        <a:lstStyle/>
        <a:p>
          <a:endParaRPr lang="en-IN"/>
        </a:p>
      </dgm:t>
    </dgm:pt>
    <dgm:pt modelId="{F009703F-FBC8-412A-979B-9712206AACE6}" type="sibTrans" cxnId="{6A8E3912-5B50-4EE3-8345-6C64364858DA}">
      <dgm:prSet/>
      <dgm:spPr/>
      <dgm:t>
        <a:bodyPr/>
        <a:lstStyle/>
        <a:p>
          <a:endParaRPr lang="en-IN"/>
        </a:p>
      </dgm:t>
    </dgm:pt>
    <dgm:pt modelId="{7D6E25C6-F167-4197-A0F1-6F4193E48FE4}">
      <dgm:prSet/>
      <dgm:spPr/>
      <dgm:t>
        <a:bodyPr/>
        <a:lstStyle/>
        <a:p>
          <a:pPr>
            <a:buFont typeface="+mj-lt"/>
            <a:buAutoNum type="arabicPeriod"/>
          </a:pPr>
          <a:r>
            <a:rPr lang="en-IN" dirty="0">
              <a:solidFill>
                <a:srgbClr val="000000"/>
              </a:solidFill>
              <a:latin typeface="Aptos Narrow" panose="020B0004020202020204" pitchFamily="34" charset="0"/>
            </a:rPr>
            <a:t>Tag printing </a:t>
          </a:r>
          <a:endParaRPr lang="en-IN" b="0" i="0" dirty="0">
            <a:solidFill>
              <a:srgbClr val="000000"/>
            </a:solidFill>
            <a:effectLst/>
            <a:latin typeface="Aptos Narrow" panose="020B0004020202020204" pitchFamily="34" charset="0"/>
          </a:endParaRPr>
        </a:p>
      </dgm:t>
    </dgm:pt>
    <dgm:pt modelId="{7B1AC37A-FFBC-41A9-A27A-BF27E3CB77C8}" type="parTrans" cxnId="{33E9B95E-6962-4002-BDB4-FB0BF5B03972}">
      <dgm:prSet/>
      <dgm:spPr/>
      <dgm:t>
        <a:bodyPr/>
        <a:lstStyle/>
        <a:p>
          <a:endParaRPr lang="en-IN"/>
        </a:p>
      </dgm:t>
    </dgm:pt>
    <dgm:pt modelId="{E2537872-45E0-41D1-98DC-23695D29152E}" type="sibTrans" cxnId="{33E9B95E-6962-4002-BDB4-FB0BF5B03972}">
      <dgm:prSet/>
      <dgm:spPr/>
      <dgm:t>
        <a:bodyPr/>
        <a:lstStyle/>
        <a:p>
          <a:endParaRPr lang="en-IN"/>
        </a:p>
      </dgm:t>
    </dgm:pt>
    <dgm:pt modelId="{732BEAB2-63AA-41CD-B577-E432AD4B0859}">
      <dgm:prSet/>
      <dgm:spPr/>
      <dgm:t>
        <a:bodyPr/>
        <a:lstStyle/>
        <a:p>
          <a:pPr>
            <a:buFont typeface="+mj-lt"/>
            <a:buAutoNum type="arabicPeriod"/>
          </a:pPr>
          <a:r>
            <a:rPr lang="en-IN" dirty="0">
              <a:solidFill>
                <a:srgbClr val="000000"/>
              </a:solidFill>
              <a:latin typeface="Aptos Narrow" panose="020B0004020202020204" pitchFamily="34" charset="0"/>
            </a:rPr>
            <a:t>MHE mapping </a:t>
          </a:r>
        </a:p>
      </dgm:t>
    </dgm:pt>
    <dgm:pt modelId="{358F7532-395E-4323-8ED6-88D64E791F51}" type="parTrans" cxnId="{6E433AF6-4A9F-426F-8046-C37E96A0C343}">
      <dgm:prSet/>
      <dgm:spPr/>
      <dgm:t>
        <a:bodyPr/>
        <a:lstStyle/>
        <a:p>
          <a:endParaRPr lang="en-IN"/>
        </a:p>
      </dgm:t>
    </dgm:pt>
    <dgm:pt modelId="{F3EA183A-4729-43D5-B83E-E934DE65C003}" type="sibTrans" cxnId="{6E433AF6-4A9F-426F-8046-C37E96A0C343}">
      <dgm:prSet/>
      <dgm:spPr/>
      <dgm:t>
        <a:bodyPr/>
        <a:lstStyle/>
        <a:p>
          <a:endParaRPr lang="en-IN"/>
        </a:p>
      </dgm:t>
    </dgm:pt>
    <dgm:pt modelId="{0B75FC44-5E34-4B5E-B580-F4E99AF12C75}">
      <dgm:prSet/>
      <dgm:spPr/>
      <dgm:t>
        <a:bodyPr/>
        <a:lstStyle/>
        <a:p>
          <a:pPr>
            <a:buFont typeface="+mj-lt"/>
            <a:buAutoNum type="arabicPeriod"/>
          </a:pPr>
          <a:r>
            <a:rPr lang="en-IN" dirty="0">
              <a:solidFill>
                <a:srgbClr val="000000"/>
              </a:solidFill>
              <a:latin typeface="Aptos Narrow" panose="020B0004020202020204" pitchFamily="34" charset="0"/>
            </a:rPr>
            <a:t>Production &amp; consumption </a:t>
          </a:r>
        </a:p>
      </dgm:t>
    </dgm:pt>
    <dgm:pt modelId="{F25B4092-B1A8-43D8-8731-159C08A69A69}" type="parTrans" cxnId="{7D8FE85E-0075-435C-A2D0-86591F903D71}">
      <dgm:prSet/>
      <dgm:spPr/>
      <dgm:t>
        <a:bodyPr/>
        <a:lstStyle/>
        <a:p>
          <a:endParaRPr lang="en-IN"/>
        </a:p>
      </dgm:t>
    </dgm:pt>
    <dgm:pt modelId="{00F6E96C-F63A-4C9A-AFFA-658219263A3C}" type="sibTrans" cxnId="{7D8FE85E-0075-435C-A2D0-86591F903D71}">
      <dgm:prSet/>
      <dgm:spPr/>
      <dgm:t>
        <a:bodyPr/>
        <a:lstStyle/>
        <a:p>
          <a:endParaRPr lang="en-IN"/>
        </a:p>
      </dgm:t>
    </dgm:pt>
    <dgm:pt modelId="{BA9F17BB-04D0-4E33-AD8C-42D15DAA081F}" type="pres">
      <dgm:prSet presAssocID="{F2EAE517-3EFC-4676-9A19-BACD4ABD496E}" presName="Name0" presStyleCnt="0">
        <dgm:presLayoutVars>
          <dgm:dir/>
          <dgm:animLvl val="lvl"/>
          <dgm:resizeHandles val="exact"/>
        </dgm:presLayoutVars>
      </dgm:prSet>
      <dgm:spPr/>
    </dgm:pt>
    <dgm:pt modelId="{47CAF5B5-F24E-41A2-BF60-150492D2B408}" type="pres">
      <dgm:prSet presAssocID="{62236FD7-770B-4163-A28B-79E100AA784B}" presName="composite" presStyleCnt="0"/>
      <dgm:spPr/>
    </dgm:pt>
    <dgm:pt modelId="{E5387C63-63B6-495F-974D-540ACE5E6336}" type="pres">
      <dgm:prSet presAssocID="{62236FD7-770B-4163-A28B-79E100AA784B}" presName="parTx" presStyleLbl="alignNode1" presStyleIdx="0" presStyleCnt="2">
        <dgm:presLayoutVars>
          <dgm:chMax val="0"/>
          <dgm:chPref val="0"/>
          <dgm:bulletEnabled val="1"/>
        </dgm:presLayoutVars>
      </dgm:prSet>
      <dgm:spPr/>
    </dgm:pt>
    <dgm:pt modelId="{F8E538B2-1AC3-4506-89C0-23B38B9407A2}" type="pres">
      <dgm:prSet presAssocID="{62236FD7-770B-4163-A28B-79E100AA784B}" presName="desTx" presStyleLbl="alignAccFollowNode1" presStyleIdx="0" presStyleCnt="2">
        <dgm:presLayoutVars>
          <dgm:bulletEnabled val="1"/>
        </dgm:presLayoutVars>
      </dgm:prSet>
      <dgm:spPr/>
    </dgm:pt>
    <dgm:pt modelId="{6C3EC44D-3C34-4C6B-8230-4C87AA18ECA7}" type="pres">
      <dgm:prSet presAssocID="{3A1B1699-05D7-46E1-BBB1-CA51B5DEC334}" presName="space" presStyleCnt="0"/>
      <dgm:spPr/>
    </dgm:pt>
    <dgm:pt modelId="{51F22165-FDA2-4D2E-B1C2-D559A38B9CB4}" type="pres">
      <dgm:prSet presAssocID="{774B6E68-9D42-4D17-A365-C54F3628AD47}" presName="composite" presStyleCnt="0"/>
      <dgm:spPr/>
    </dgm:pt>
    <dgm:pt modelId="{8FD0FF9A-89B5-4DFB-8EDA-8AA0A9EA794D}" type="pres">
      <dgm:prSet presAssocID="{774B6E68-9D42-4D17-A365-C54F3628AD47}" presName="parTx" presStyleLbl="alignNode1" presStyleIdx="1" presStyleCnt="2">
        <dgm:presLayoutVars>
          <dgm:chMax val="0"/>
          <dgm:chPref val="0"/>
          <dgm:bulletEnabled val="1"/>
        </dgm:presLayoutVars>
      </dgm:prSet>
      <dgm:spPr/>
    </dgm:pt>
    <dgm:pt modelId="{1B728B69-5D46-49B1-96B1-E5EBADB7A831}" type="pres">
      <dgm:prSet presAssocID="{774B6E68-9D42-4D17-A365-C54F3628AD47}" presName="desTx" presStyleLbl="alignAccFollowNode1" presStyleIdx="1" presStyleCnt="2">
        <dgm:presLayoutVars>
          <dgm:bulletEnabled val="1"/>
        </dgm:presLayoutVars>
      </dgm:prSet>
      <dgm:spPr/>
    </dgm:pt>
  </dgm:ptLst>
  <dgm:cxnLst>
    <dgm:cxn modelId="{8C717004-34D6-4B7D-BAA5-DEE552361AE5}" type="presOf" srcId="{E3E24456-E9C6-40C4-A6F4-FD03D456E46D}" destId="{F8E538B2-1AC3-4506-89C0-23B38B9407A2}" srcOrd="0" destOrd="1" presId="urn:microsoft.com/office/officeart/2005/8/layout/hList1"/>
    <dgm:cxn modelId="{768A290F-4AC6-4717-A39A-AC3D154A48BB}" srcId="{F2EAE517-3EFC-4676-9A19-BACD4ABD496E}" destId="{62236FD7-770B-4163-A28B-79E100AA784B}" srcOrd="0" destOrd="0" parTransId="{2E08508E-A0AB-4B0A-8376-080ECA5F64AF}" sibTransId="{3A1B1699-05D7-46E1-BBB1-CA51B5DEC334}"/>
    <dgm:cxn modelId="{6A8E3912-5B50-4EE3-8345-6C64364858DA}" srcId="{62236FD7-770B-4163-A28B-79E100AA784B}" destId="{E4FDD401-444C-4F46-AF92-9FA09AC2BDD5}" srcOrd="3" destOrd="0" parTransId="{FB92D427-6B71-44F1-98DD-B11D925CC277}" sibTransId="{F009703F-FBC8-412A-979B-9712206AACE6}"/>
    <dgm:cxn modelId="{EBEC1116-FAB8-4DFD-AA8B-DCB34EEB98B6}" type="presOf" srcId="{7D6E25C6-F167-4197-A0F1-6F4193E48FE4}" destId="{1B728B69-5D46-49B1-96B1-E5EBADB7A831}" srcOrd="0" destOrd="1" presId="urn:microsoft.com/office/officeart/2005/8/layout/hList1"/>
    <dgm:cxn modelId="{D4250321-0F71-4005-9C6C-E74B798E3958}" type="presOf" srcId="{F2EAE517-3EFC-4676-9A19-BACD4ABD496E}" destId="{BA9F17BB-04D0-4E33-AD8C-42D15DAA081F}" srcOrd="0" destOrd="0" presId="urn:microsoft.com/office/officeart/2005/8/layout/hList1"/>
    <dgm:cxn modelId="{9BED2A3C-8D59-49E7-84FA-066F41F232B6}" type="presOf" srcId="{4F583105-29BF-4C10-8E59-7E1236E44B81}" destId="{1B728B69-5D46-49B1-96B1-E5EBADB7A831}" srcOrd="0" destOrd="0" presId="urn:microsoft.com/office/officeart/2005/8/layout/hList1"/>
    <dgm:cxn modelId="{33E9B95E-6962-4002-BDB4-FB0BF5B03972}" srcId="{774B6E68-9D42-4D17-A365-C54F3628AD47}" destId="{7D6E25C6-F167-4197-A0F1-6F4193E48FE4}" srcOrd="1" destOrd="0" parTransId="{7B1AC37A-FFBC-41A9-A27A-BF27E3CB77C8}" sibTransId="{E2537872-45E0-41D1-98DC-23695D29152E}"/>
    <dgm:cxn modelId="{7D8FE85E-0075-435C-A2D0-86591F903D71}" srcId="{774B6E68-9D42-4D17-A365-C54F3628AD47}" destId="{0B75FC44-5E34-4B5E-B580-F4E99AF12C75}" srcOrd="3" destOrd="0" parTransId="{F25B4092-B1A8-43D8-8731-159C08A69A69}" sibTransId="{00F6E96C-F63A-4C9A-AFFA-658219263A3C}"/>
    <dgm:cxn modelId="{B3942D48-32A3-4C8A-8E98-41F98A1CF124}" srcId="{62236FD7-770B-4163-A28B-79E100AA784B}" destId="{B1F06408-E424-4C56-9A65-D2C350A9FE33}" srcOrd="2" destOrd="0" parTransId="{151391AF-24E8-4324-85A1-FDCB885542D5}" sibTransId="{4972EAD9-FE2B-4DCF-A133-E2EDC37BF7C9}"/>
    <dgm:cxn modelId="{905E8659-9406-4432-AB01-ED100B364F02}" srcId="{62236FD7-770B-4163-A28B-79E100AA784B}" destId="{46B5FC62-86CB-4940-A267-C66991670928}" srcOrd="0" destOrd="0" parTransId="{58E79403-2EE8-4A07-B3DF-401CBB4DEE8A}" sibTransId="{14653344-DD43-4F80-BA54-DEB7AAB73536}"/>
    <dgm:cxn modelId="{7C00B785-1117-4CDE-9B5D-8DA353681323}" type="presOf" srcId="{774B6E68-9D42-4D17-A365-C54F3628AD47}" destId="{8FD0FF9A-89B5-4DFB-8EDA-8AA0A9EA794D}" srcOrd="0" destOrd="0" presId="urn:microsoft.com/office/officeart/2005/8/layout/hList1"/>
    <dgm:cxn modelId="{4037468B-2650-49EA-A45D-F36BD0F346F0}" type="presOf" srcId="{B1F06408-E424-4C56-9A65-D2C350A9FE33}" destId="{F8E538B2-1AC3-4506-89C0-23B38B9407A2}" srcOrd="0" destOrd="2" presId="urn:microsoft.com/office/officeart/2005/8/layout/hList1"/>
    <dgm:cxn modelId="{02341CA5-0618-49F0-9912-E156CBD515DC}" srcId="{F2EAE517-3EFC-4676-9A19-BACD4ABD496E}" destId="{774B6E68-9D42-4D17-A365-C54F3628AD47}" srcOrd="1" destOrd="0" parTransId="{EB1134A3-F34F-4F8F-B142-33BA46293245}" sibTransId="{1FB87419-D800-4E0C-9672-79D2E2902D34}"/>
    <dgm:cxn modelId="{15D130B1-E2F2-43A8-AA71-AE738CF33ACA}" type="presOf" srcId="{46B5FC62-86CB-4940-A267-C66991670928}" destId="{F8E538B2-1AC3-4506-89C0-23B38B9407A2}" srcOrd="0" destOrd="0" presId="urn:microsoft.com/office/officeart/2005/8/layout/hList1"/>
    <dgm:cxn modelId="{9E1717B7-5290-4DB3-AA49-E0A54739E998}" type="presOf" srcId="{732BEAB2-63AA-41CD-B577-E432AD4B0859}" destId="{1B728B69-5D46-49B1-96B1-E5EBADB7A831}" srcOrd="0" destOrd="2" presId="urn:microsoft.com/office/officeart/2005/8/layout/hList1"/>
    <dgm:cxn modelId="{839F5DBC-68DD-411E-BCBB-B0E4C6C0A42F}" type="presOf" srcId="{E4FDD401-444C-4F46-AF92-9FA09AC2BDD5}" destId="{F8E538B2-1AC3-4506-89C0-23B38B9407A2}" srcOrd="0" destOrd="3" presId="urn:microsoft.com/office/officeart/2005/8/layout/hList1"/>
    <dgm:cxn modelId="{6E51F1D8-FD9B-49ED-8F03-FE64DD47734D}" srcId="{62236FD7-770B-4163-A28B-79E100AA784B}" destId="{E3E24456-E9C6-40C4-A6F4-FD03D456E46D}" srcOrd="1" destOrd="0" parTransId="{21E47785-E94D-4B18-91B1-4056816F0A45}" sibTransId="{4B78B45A-D3EF-4DD9-9874-474E699C5E35}"/>
    <dgm:cxn modelId="{64244BE4-BD1E-42AC-A9C2-02821A1EB438}" type="presOf" srcId="{62236FD7-770B-4163-A28B-79E100AA784B}" destId="{E5387C63-63B6-495F-974D-540ACE5E6336}" srcOrd="0" destOrd="0" presId="urn:microsoft.com/office/officeart/2005/8/layout/hList1"/>
    <dgm:cxn modelId="{D7AA5AF2-5FEF-4098-BC7E-444E00AE6C50}" type="presOf" srcId="{0B75FC44-5E34-4B5E-B580-F4E99AF12C75}" destId="{1B728B69-5D46-49B1-96B1-E5EBADB7A831}" srcOrd="0" destOrd="3" presId="urn:microsoft.com/office/officeart/2005/8/layout/hList1"/>
    <dgm:cxn modelId="{6E433AF6-4A9F-426F-8046-C37E96A0C343}" srcId="{774B6E68-9D42-4D17-A365-C54F3628AD47}" destId="{732BEAB2-63AA-41CD-B577-E432AD4B0859}" srcOrd="2" destOrd="0" parTransId="{358F7532-395E-4323-8ED6-88D64E791F51}" sibTransId="{F3EA183A-4729-43D5-B83E-E934DE65C003}"/>
    <dgm:cxn modelId="{F52AC6FF-2BB5-44AA-8AC1-C066DDC88B5A}" srcId="{774B6E68-9D42-4D17-A365-C54F3628AD47}" destId="{4F583105-29BF-4C10-8E59-7E1236E44B81}" srcOrd="0" destOrd="0" parTransId="{D8BA73BA-CDA1-4870-8D02-40A852B3EC84}" sibTransId="{3997DF33-C5B0-416B-A5AE-BA79BF468315}"/>
    <dgm:cxn modelId="{F1B142B1-2277-4886-961A-BDF323F93E8C}" type="presParOf" srcId="{BA9F17BB-04D0-4E33-AD8C-42D15DAA081F}" destId="{47CAF5B5-F24E-41A2-BF60-150492D2B408}" srcOrd="0" destOrd="0" presId="urn:microsoft.com/office/officeart/2005/8/layout/hList1"/>
    <dgm:cxn modelId="{64044981-6425-46E7-9F0A-26D8474E3463}" type="presParOf" srcId="{47CAF5B5-F24E-41A2-BF60-150492D2B408}" destId="{E5387C63-63B6-495F-974D-540ACE5E6336}" srcOrd="0" destOrd="0" presId="urn:microsoft.com/office/officeart/2005/8/layout/hList1"/>
    <dgm:cxn modelId="{310DAD4A-087C-47E2-84DB-9796DD3EAAF6}" type="presParOf" srcId="{47CAF5B5-F24E-41A2-BF60-150492D2B408}" destId="{F8E538B2-1AC3-4506-89C0-23B38B9407A2}" srcOrd="1" destOrd="0" presId="urn:microsoft.com/office/officeart/2005/8/layout/hList1"/>
    <dgm:cxn modelId="{5FA83806-2B84-40BD-A960-C125190CD466}" type="presParOf" srcId="{BA9F17BB-04D0-4E33-AD8C-42D15DAA081F}" destId="{6C3EC44D-3C34-4C6B-8230-4C87AA18ECA7}" srcOrd="1" destOrd="0" presId="urn:microsoft.com/office/officeart/2005/8/layout/hList1"/>
    <dgm:cxn modelId="{5AAB9A7F-9B39-4D40-9831-D293672D4130}" type="presParOf" srcId="{BA9F17BB-04D0-4E33-AD8C-42D15DAA081F}" destId="{51F22165-FDA2-4D2E-B1C2-D559A38B9CB4}" srcOrd="2" destOrd="0" presId="urn:microsoft.com/office/officeart/2005/8/layout/hList1"/>
    <dgm:cxn modelId="{098CE8F7-3017-4374-BA3D-8DF210AEF7F8}" type="presParOf" srcId="{51F22165-FDA2-4D2E-B1C2-D559A38B9CB4}" destId="{8FD0FF9A-89B5-4DFB-8EDA-8AA0A9EA794D}" srcOrd="0" destOrd="0" presId="urn:microsoft.com/office/officeart/2005/8/layout/hList1"/>
    <dgm:cxn modelId="{A9959F08-9016-4DFB-8DAF-2A188C0E242E}" type="presParOf" srcId="{51F22165-FDA2-4D2E-B1C2-D559A38B9CB4}" destId="{1B728B69-5D46-49B1-96B1-E5EBADB7A83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EAE517-3EFC-4676-9A19-BACD4ABD496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5E2E6AD8-4F3A-4CD7-A5C0-56A37F22EBF9}">
      <dgm:prSet/>
      <dgm:spPr/>
      <dgm:t>
        <a:bodyPr/>
        <a:lstStyle/>
        <a:p>
          <a:pPr>
            <a:buNone/>
          </a:pPr>
          <a:r>
            <a:rPr lang="en-US" b="1" dirty="0">
              <a:latin typeface="Arial" panose="020B0604020202020204" pitchFamily="34" charset="0"/>
              <a:cs typeface="Arial" panose="020B0604020202020204" pitchFamily="34" charset="0"/>
            </a:rPr>
            <a:t>Quality Control </a:t>
          </a:r>
          <a:endParaRPr lang="en-IN" b="0" i="0" dirty="0">
            <a:solidFill>
              <a:srgbClr val="000000"/>
            </a:solidFill>
            <a:effectLst/>
            <a:latin typeface="Aptos Narrow" panose="020B0004020202020204" pitchFamily="34" charset="0"/>
          </a:endParaRPr>
        </a:p>
      </dgm:t>
    </dgm:pt>
    <dgm:pt modelId="{302AC568-3E63-47F1-A248-D18A82B475BE}" type="parTrans" cxnId="{99210DC2-9B96-47C8-908A-9238A9C633FA}">
      <dgm:prSet/>
      <dgm:spPr/>
      <dgm:t>
        <a:bodyPr/>
        <a:lstStyle/>
        <a:p>
          <a:endParaRPr lang="en-IN"/>
        </a:p>
      </dgm:t>
    </dgm:pt>
    <dgm:pt modelId="{20B1F38F-16E7-4606-BED1-77D25B58E405}" type="sibTrans" cxnId="{99210DC2-9B96-47C8-908A-9238A9C633FA}">
      <dgm:prSet/>
      <dgm:spPr/>
      <dgm:t>
        <a:bodyPr/>
        <a:lstStyle/>
        <a:p>
          <a:endParaRPr lang="en-IN"/>
        </a:p>
      </dgm:t>
    </dgm:pt>
    <dgm:pt modelId="{90AD1956-8C07-4367-A71A-5A2799D9980C}">
      <dgm:prSet/>
      <dgm:spPr/>
      <dgm:t>
        <a:bodyPr/>
        <a:lstStyle/>
        <a:p>
          <a:pPr>
            <a:buNone/>
          </a:pPr>
          <a:r>
            <a:rPr lang="en-US" b="1" dirty="0">
              <a:latin typeface="Arial" panose="020B0604020202020204" pitchFamily="34" charset="0"/>
              <a:cs typeface="Arial" panose="020B0604020202020204" pitchFamily="34" charset="0"/>
            </a:rPr>
            <a:t>System Integrations </a:t>
          </a:r>
          <a:endParaRPr lang="en-IN" b="0" i="0" dirty="0">
            <a:solidFill>
              <a:srgbClr val="000000"/>
            </a:solidFill>
            <a:effectLst/>
            <a:latin typeface="Aptos Narrow" panose="020B0004020202020204" pitchFamily="34" charset="0"/>
          </a:endParaRPr>
        </a:p>
      </dgm:t>
    </dgm:pt>
    <dgm:pt modelId="{91170855-4E8C-4356-A1FC-89DC55F289DB}" type="parTrans" cxnId="{61BAEB8C-FFF5-4716-8C42-575AA43D14A5}">
      <dgm:prSet/>
      <dgm:spPr/>
      <dgm:t>
        <a:bodyPr/>
        <a:lstStyle/>
        <a:p>
          <a:endParaRPr lang="en-IN"/>
        </a:p>
      </dgm:t>
    </dgm:pt>
    <dgm:pt modelId="{D7279403-E437-4A50-8569-09CB980BF78E}" type="sibTrans" cxnId="{61BAEB8C-FFF5-4716-8C42-575AA43D14A5}">
      <dgm:prSet/>
      <dgm:spPr/>
      <dgm:t>
        <a:bodyPr/>
        <a:lstStyle/>
        <a:p>
          <a:endParaRPr lang="en-IN"/>
        </a:p>
      </dgm:t>
    </dgm:pt>
    <dgm:pt modelId="{53D952E6-D0D5-4FF1-90CA-955B638D0308}">
      <dgm:prSet/>
      <dgm:spPr/>
      <dgm:t>
        <a:bodyPr/>
        <a:lstStyle/>
        <a:p>
          <a:pPr>
            <a:buFont typeface="+mj-lt"/>
            <a:buAutoNum type="arabicPeriod"/>
          </a:pPr>
          <a:r>
            <a:rPr lang="en-IN" b="0" i="0" dirty="0">
              <a:solidFill>
                <a:srgbClr val="000000"/>
              </a:solidFill>
              <a:effectLst/>
              <a:latin typeface="Aptos Narrow" panose="020B0004020202020204" pitchFamily="34" charset="0"/>
            </a:rPr>
            <a:t> Oracle ERP</a:t>
          </a:r>
        </a:p>
      </dgm:t>
    </dgm:pt>
    <dgm:pt modelId="{C5B57464-38C8-49AE-9174-778842DD4147}" type="parTrans" cxnId="{77D11FDB-4A06-4422-B4A0-CDF18C64FFDF}">
      <dgm:prSet/>
      <dgm:spPr/>
      <dgm:t>
        <a:bodyPr/>
        <a:lstStyle/>
        <a:p>
          <a:endParaRPr lang="en-IN"/>
        </a:p>
      </dgm:t>
    </dgm:pt>
    <dgm:pt modelId="{C4863A9E-1CB9-4140-8CFD-46F46A289A99}" type="sibTrans" cxnId="{77D11FDB-4A06-4422-B4A0-CDF18C64FFDF}">
      <dgm:prSet/>
      <dgm:spPr/>
      <dgm:t>
        <a:bodyPr/>
        <a:lstStyle/>
        <a:p>
          <a:endParaRPr lang="en-IN"/>
        </a:p>
      </dgm:t>
    </dgm:pt>
    <dgm:pt modelId="{6AB8EC00-2FCA-489D-8DBC-D5EC1944B5A4}">
      <dgm:prSet/>
      <dgm:spPr/>
      <dgm:t>
        <a:bodyPr/>
        <a:lstStyle/>
        <a:p>
          <a:pPr>
            <a:buNone/>
          </a:pPr>
          <a:r>
            <a:rPr lang="en-US" b="1" dirty="0">
              <a:latin typeface="Arial" panose="020B0604020202020204" pitchFamily="34" charset="0"/>
              <a:cs typeface="Arial" panose="020B0604020202020204" pitchFamily="34" charset="0"/>
            </a:rPr>
            <a:t>Warehouse </a:t>
          </a:r>
          <a:endParaRPr lang="en-IN" b="0" i="0" dirty="0">
            <a:solidFill>
              <a:srgbClr val="000000"/>
            </a:solidFill>
            <a:effectLst/>
            <a:latin typeface="Aptos Narrow" panose="020B0004020202020204" pitchFamily="34" charset="0"/>
          </a:endParaRPr>
        </a:p>
      </dgm:t>
    </dgm:pt>
    <dgm:pt modelId="{2D1AD190-92CC-49B6-A428-CB44CC06A909}" type="parTrans" cxnId="{6DCDFB08-E4D3-48BB-9AA9-261A9F247318}">
      <dgm:prSet/>
      <dgm:spPr/>
      <dgm:t>
        <a:bodyPr/>
        <a:lstStyle/>
        <a:p>
          <a:endParaRPr lang="en-IN"/>
        </a:p>
      </dgm:t>
    </dgm:pt>
    <dgm:pt modelId="{32E9071A-59E2-4612-8256-C0E343BFCB38}" type="sibTrans" cxnId="{6DCDFB08-E4D3-48BB-9AA9-261A9F247318}">
      <dgm:prSet/>
      <dgm:spPr/>
      <dgm:t>
        <a:bodyPr/>
        <a:lstStyle/>
        <a:p>
          <a:endParaRPr lang="en-IN"/>
        </a:p>
      </dgm:t>
    </dgm:pt>
    <dgm:pt modelId="{8061E3E6-7440-40D7-975F-DAA2FA01A5B5}">
      <dgm:prSet/>
      <dgm:spPr/>
      <dgm:t>
        <a:bodyPr/>
        <a:lstStyle/>
        <a:p>
          <a:r>
            <a:rPr lang="en-US" b="1">
              <a:latin typeface="Arial" panose="020B0604020202020204" pitchFamily="34" charset="0"/>
              <a:cs typeface="Arial" panose="020B0604020202020204" pitchFamily="34" charset="0"/>
            </a:rPr>
            <a:t>Reports</a:t>
          </a:r>
          <a:endParaRPr lang="en-IN" b="0" i="0" dirty="0">
            <a:solidFill>
              <a:srgbClr val="000000"/>
            </a:solidFill>
            <a:effectLst/>
            <a:latin typeface="Aptos Narrow" panose="020B0004020202020204" pitchFamily="34" charset="0"/>
          </a:endParaRPr>
        </a:p>
      </dgm:t>
    </dgm:pt>
    <dgm:pt modelId="{B9728716-4771-42BC-A93F-16856E29840B}" type="parTrans" cxnId="{C0D370D3-C67D-4375-8147-E1B6D39FB8F0}">
      <dgm:prSet/>
      <dgm:spPr/>
      <dgm:t>
        <a:bodyPr/>
        <a:lstStyle/>
        <a:p>
          <a:endParaRPr lang="en-IN"/>
        </a:p>
      </dgm:t>
    </dgm:pt>
    <dgm:pt modelId="{17001FAC-CDAB-4D58-9976-3872D8B4854F}" type="sibTrans" cxnId="{C0D370D3-C67D-4375-8147-E1B6D39FB8F0}">
      <dgm:prSet/>
      <dgm:spPr/>
      <dgm:t>
        <a:bodyPr/>
        <a:lstStyle/>
        <a:p>
          <a:endParaRPr lang="en-IN"/>
        </a:p>
      </dgm:t>
    </dgm:pt>
    <dgm:pt modelId="{A19801DA-C1CB-419E-9ABE-E74075814CF9}">
      <dgm:prSet/>
      <dgm:spPr/>
      <dgm:t>
        <a:bodyPr/>
        <a:lstStyle/>
        <a:p>
          <a:pPr>
            <a:buFont typeface="+mj-lt"/>
            <a:buAutoNum type="arabicPeriod"/>
          </a:pPr>
          <a:r>
            <a:rPr lang="en-IN" b="0" i="0" dirty="0">
              <a:solidFill>
                <a:srgbClr val="000000"/>
              </a:solidFill>
              <a:effectLst/>
              <a:latin typeface="Aptos Narrow" panose="020B0004020202020204" pitchFamily="34" charset="0"/>
            </a:rPr>
            <a:t>RM</a:t>
          </a:r>
          <a:r>
            <a:rPr lang="en-IN" dirty="0">
              <a:solidFill>
                <a:srgbClr val="000000"/>
              </a:solidFill>
              <a:latin typeface="Aptos Narrow" panose="020B0004020202020204" pitchFamily="34" charset="0"/>
            </a:rPr>
            <a:t>S Integration</a:t>
          </a:r>
          <a:endParaRPr lang="en-IN" b="0" i="0" dirty="0">
            <a:solidFill>
              <a:srgbClr val="000000"/>
            </a:solidFill>
            <a:effectLst/>
            <a:latin typeface="Aptos Narrow" panose="020B0004020202020204" pitchFamily="34" charset="0"/>
          </a:endParaRPr>
        </a:p>
      </dgm:t>
    </dgm:pt>
    <dgm:pt modelId="{D3C6CBA4-3EC8-4185-8AD5-6A4ACA8F893E}" type="parTrans" cxnId="{4C922851-AF8F-4D0B-93DB-0549442AAB59}">
      <dgm:prSet/>
      <dgm:spPr/>
      <dgm:t>
        <a:bodyPr/>
        <a:lstStyle/>
        <a:p>
          <a:endParaRPr lang="en-IN"/>
        </a:p>
      </dgm:t>
    </dgm:pt>
    <dgm:pt modelId="{357DC121-1E9F-434E-BE27-CD3D6241A877}" type="sibTrans" cxnId="{4C922851-AF8F-4D0B-93DB-0549442AAB59}">
      <dgm:prSet/>
      <dgm:spPr/>
      <dgm:t>
        <a:bodyPr/>
        <a:lstStyle/>
        <a:p>
          <a:endParaRPr lang="en-IN"/>
        </a:p>
      </dgm:t>
    </dgm:pt>
    <dgm:pt modelId="{00392E2B-C7F9-4944-8F91-4A30460FBB53}">
      <dgm:prSet/>
      <dgm:spPr/>
      <dgm:t>
        <a:bodyPr/>
        <a:lstStyle/>
        <a:p>
          <a:pPr>
            <a:buFont typeface="+mj-lt"/>
            <a:buAutoNum type="arabicPeriod"/>
          </a:pPr>
          <a:r>
            <a:rPr lang="en-IN" b="0" i="0" dirty="0">
              <a:solidFill>
                <a:srgbClr val="000000"/>
              </a:solidFill>
              <a:effectLst/>
              <a:latin typeface="Aptos Narrow" panose="020B0004020202020204" pitchFamily="34" charset="0"/>
            </a:rPr>
            <a:t>Production , consumption report </a:t>
          </a:r>
        </a:p>
      </dgm:t>
    </dgm:pt>
    <dgm:pt modelId="{F8F3CC18-B842-4582-9BF0-B32C737C7D95}" type="parTrans" cxnId="{0B91EF27-EB99-486B-91CF-2B46878F69EA}">
      <dgm:prSet/>
      <dgm:spPr/>
      <dgm:t>
        <a:bodyPr/>
        <a:lstStyle/>
        <a:p>
          <a:endParaRPr lang="en-IN"/>
        </a:p>
      </dgm:t>
    </dgm:pt>
    <dgm:pt modelId="{04A2D2E4-1F73-40EF-85CC-46FF56C47626}" type="sibTrans" cxnId="{0B91EF27-EB99-486B-91CF-2B46878F69EA}">
      <dgm:prSet/>
      <dgm:spPr/>
      <dgm:t>
        <a:bodyPr/>
        <a:lstStyle/>
        <a:p>
          <a:endParaRPr lang="en-IN"/>
        </a:p>
      </dgm:t>
    </dgm:pt>
    <dgm:pt modelId="{946D6E96-2BAE-4DFA-B2A6-EB9CF34EE127}">
      <dgm:prSet/>
      <dgm:spPr/>
      <dgm:t>
        <a:bodyPr/>
        <a:lstStyle/>
        <a:p>
          <a:pPr>
            <a:buFont typeface="+mj-lt"/>
            <a:buAutoNum type="arabicPeriod"/>
          </a:pPr>
          <a:r>
            <a:rPr lang="en-IN" b="0" i="0" dirty="0">
              <a:solidFill>
                <a:srgbClr val="000000"/>
              </a:solidFill>
              <a:effectLst/>
              <a:latin typeface="Aptos Narrow" panose="020B0004020202020204" pitchFamily="34" charset="0"/>
            </a:rPr>
            <a:t>Traceability report </a:t>
          </a:r>
        </a:p>
      </dgm:t>
    </dgm:pt>
    <dgm:pt modelId="{C548D92A-6B8F-403F-B517-A12D8F0AC91B}" type="parTrans" cxnId="{87224827-54E5-4665-81EA-98CD720E0A68}">
      <dgm:prSet/>
      <dgm:spPr/>
      <dgm:t>
        <a:bodyPr/>
        <a:lstStyle/>
        <a:p>
          <a:endParaRPr lang="en-IN"/>
        </a:p>
      </dgm:t>
    </dgm:pt>
    <dgm:pt modelId="{896D2650-4B57-43D2-A271-D06546C0F281}" type="sibTrans" cxnId="{87224827-54E5-4665-81EA-98CD720E0A68}">
      <dgm:prSet/>
      <dgm:spPr/>
      <dgm:t>
        <a:bodyPr/>
        <a:lstStyle/>
        <a:p>
          <a:endParaRPr lang="en-IN"/>
        </a:p>
      </dgm:t>
    </dgm:pt>
    <dgm:pt modelId="{88C5A966-CAF3-4FE7-83ED-2610320F99C0}">
      <dgm:prSet/>
      <dgm:spPr/>
      <dgm:t>
        <a:bodyPr/>
        <a:lstStyle/>
        <a:p>
          <a:pPr>
            <a:buFont typeface="+mj-lt"/>
            <a:buAutoNum type="arabicPeriod"/>
          </a:pPr>
          <a:r>
            <a:rPr lang="en-IN" b="0" i="0" dirty="0">
              <a:solidFill>
                <a:srgbClr val="000000"/>
              </a:solidFill>
              <a:effectLst/>
              <a:latin typeface="Aptos Narrow" panose="020B0004020202020204" pitchFamily="34" charset="0"/>
            </a:rPr>
            <a:t>Shopfloor material movement </a:t>
          </a:r>
        </a:p>
      </dgm:t>
    </dgm:pt>
    <dgm:pt modelId="{509EF45F-E2E4-4F21-8F97-7A1467DAF02A}" type="parTrans" cxnId="{0B7D8AF4-38A3-4726-BB70-AA5B1BE3122E}">
      <dgm:prSet/>
      <dgm:spPr/>
      <dgm:t>
        <a:bodyPr/>
        <a:lstStyle/>
        <a:p>
          <a:endParaRPr lang="en-IN"/>
        </a:p>
      </dgm:t>
    </dgm:pt>
    <dgm:pt modelId="{FFAE5ED2-107D-42E5-A1EF-C384FBE0ABFE}" type="sibTrans" cxnId="{0B7D8AF4-38A3-4726-BB70-AA5B1BE3122E}">
      <dgm:prSet/>
      <dgm:spPr/>
      <dgm:t>
        <a:bodyPr/>
        <a:lstStyle/>
        <a:p>
          <a:endParaRPr lang="en-IN"/>
        </a:p>
      </dgm:t>
    </dgm:pt>
    <dgm:pt modelId="{F18CACEC-E51D-4280-B1BB-9B121BD85074}">
      <dgm:prSet/>
      <dgm:spPr/>
      <dgm:t>
        <a:bodyPr/>
        <a:lstStyle/>
        <a:p>
          <a:pPr>
            <a:buFont typeface="+mj-lt"/>
            <a:buNone/>
          </a:pPr>
          <a:r>
            <a:rPr lang="en-US" b="0" i="0" dirty="0">
              <a:solidFill>
                <a:srgbClr val="000000"/>
              </a:solidFill>
              <a:effectLst/>
              <a:latin typeface="Aptos Narrow" panose="020B0004020202020204" pitchFamily="34" charset="0"/>
            </a:rPr>
            <a:t>2. Scada , PLC</a:t>
          </a:r>
          <a:endParaRPr lang="en-IN" b="0" i="0" dirty="0">
            <a:solidFill>
              <a:srgbClr val="000000"/>
            </a:solidFill>
            <a:effectLst/>
            <a:latin typeface="Aptos Narrow" panose="020B0004020202020204" pitchFamily="34" charset="0"/>
          </a:endParaRPr>
        </a:p>
      </dgm:t>
    </dgm:pt>
    <dgm:pt modelId="{B61A9C37-4FF2-4F07-8A9B-09374F2A625A}" type="parTrans" cxnId="{912FEA40-3942-4332-95E9-F508A9EB38AB}">
      <dgm:prSet/>
      <dgm:spPr/>
      <dgm:t>
        <a:bodyPr/>
        <a:lstStyle/>
        <a:p>
          <a:endParaRPr lang="en-IN"/>
        </a:p>
      </dgm:t>
    </dgm:pt>
    <dgm:pt modelId="{443C133F-0C90-4496-9D84-9E57E0464DFF}" type="sibTrans" cxnId="{912FEA40-3942-4332-95E9-F508A9EB38AB}">
      <dgm:prSet/>
      <dgm:spPr/>
      <dgm:t>
        <a:bodyPr/>
        <a:lstStyle/>
        <a:p>
          <a:endParaRPr lang="en-IN"/>
        </a:p>
      </dgm:t>
    </dgm:pt>
    <dgm:pt modelId="{2E3B1658-4F65-42E2-B969-14F810BC128B}">
      <dgm:prSet/>
      <dgm:spPr/>
      <dgm:t>
        <a:bodyPr/>
        <a:lstStyle/>
        <a:p>
          <a:pPr>
            <a:buFont typeface="+mj-lt"/>
            <a:buAutoNum type="arabicPeriod"/>
          </a:pPr>
          <a:r>
            <a:rPr lang="en-IN" b="0" i="0" dirty="0">
              <a:solidFill>
                <a:srgbClr val="000000"/>
              </a:solidFill>
              <a:effectLst/>
              <a:latin typeface="Aptos Narrow" panose="020B0004020202020204" pitchFamily="34" charset="0"/>
            </a:rPr>
            <a:t>Error proofing  &amp; material validation </a:t>
          </a:r>
          <a:r>
            <a:rPr lang="en-IN" dirty="0">
              <a:solidFill>
                <a:srgbClr val="000000"/>
              </a:solidFill>
              <a:latin typeface="Aptos Narrow" panose="020B0004020202020204" pitchFamily="34" charset="0"/>
            </a:rPr>
            <a:t> </a:t>
          </a:r>
          <a:endParaRPr lang="en-IN" b="0" i="0" dirty="0">
            <a:solidFill>
              <a:srgbClr val="000000"/>
            </a:solidFill>
            <a:effectLst/>
            <a:latin typeface="Aptos Narrow" panose="020B0004020202020204" pitchFamily="34" charset="0"/>
          </a:endParaRPr>
        </a:p>
      </dgm:t>
    </dgm:pt>
    <dgm:pt modelId="{71A4CFB3-6187-4C60-BAC8-889A984A374C}" type="parTrans" cxnId="{49F3106A-2A08-4716-B394-006E6E465166}">
      <dgm:prSet/>
      <dgm:spPr/>
      <dgm:t>
        <a:bodyPr/>
        <a:lstStyle/>
        <a:p>
          <a:endParaRPr lang="en-IN"/>
        </a:p>
      </dgm:t>
    </dgm:pt>
    <dgm:pt modelId="{CEA95823-2816-47F7-B401-F621D4A058CE}" type="sibTrans" cxnId="{49F3106A-2A08-4716-B394-006E6E465166}">
      <dgm:prSet/>
      <dgm:spPr/>
      <dgm:t>
        <a:bodyPr/>
        <a:lstStyle/>
        <a:p>
          <a:endParaRPr lang="en-IN"/>
        </a:p>
      </dgm:t>
    </dgm:pt>
    <dgm:pt modelId="{517428D8-5DC8-4ECD-8F15-7581B637E4EA}">
      <dgm:prSet/>
      <dgm:spPr/>
      <dgm:t>
        <a:bodyPr/>
        <a:lstStyle/>
        <a:p>
          <a:pPr>
            <a:buFont typeface="+mj-lt"/>
            <a:buAutoNum type="arabicPeriod"/>
          </a:pPr>
          <a:r>
            <a:rPr lang="en-IN" dirty="0">
              <a:solidFill>
                <a:srgbClr val="000000"/>
              </a:solidFill>
              <a:latin typeface="Aptos Narrow" panose="020B0004020202020204" pitchFamily="34" charset="0"/>
            </a:rPr>
            <a:t>Material Aging and FIFO control </a:t>
          </a:r>
        </a:p>
      </dgm:t>
    </dgm:pt>
    <dgm:pt modelId="{E525A247-B79C-4D42-ADB2-ADAAA6DDC884}" type="parTrans" cxnId="{D257FBB8-7092-4FF7-86B4-FE8612F033D7}">
      <dgm:prSet/>
      <dgm:spPr/>
      <dgm:t>
        <a:bodyPr/>
        <a:lstStyle/>
        <a:p>
          <a:endParaRPr lang="en-IN"/>
        </a:p>
      </dgm:t>
    </dgm:pt>
    <dgm:pt modelId="{DF57EA66-BE76-44D2-903C-952AFBDF789F}" type="sibTrans" cxnId="{D257FBB8-7092-4FF7-86B4-FE8612F033D7}">
      <dgm:prSet/>
      <dgm:spPr/>
      <dgm:t>
        <a:bodyPr/>
        <a:lstStyle/>
        <a:p>
          <a:endParaRPr lang="en-IN"/>
        </a:p>
      </dgm:t>
    </dgm:pt>
    <dgm:pt modelId="{BA9F17BB-04D0-4E33-AD8C-42D15DAA081F}" type="pres">
      <dgm:prSet presAssocID="{F2EAE517-3EFC-4676-9A19-BACD4ABD496E}" presName="Name0" presStyleCnt="0">
        <dgm:presLayoutVars>
          <dgm:dir/>
          <dgm:animLvl val="lvl"/>
          <dgm:resizeHandles val="exact"/>
        </dgm:presLayoutVars>
      </dgm:prSet>
      <dgm:spPr/>
    </dgm:pt>
    <dgm:pt modelId="{8E512E92-6E0E-49AA-B773-6CF182A1B8D1}" type="pres">
      <dgm:prSet presAssocID="{90AD1956-8C07-4367-A71A-5A2799D9980C}" presName="composite" presStyleCnt="0"/>
      <dgm:spPr/>
    </dgm:pt>
    <dgm:pt modelId="{4F61D17A-E5BD-4A05-88B6-5A39FBD3DD7C}" type="pres">
      <dgm:prSet presAssocID="{90AD1956-8C07-4367-A71A-5A2799D9980C}" presName="parTx" presStyleLbl="alignNode1" presStyleIdx="0" presStyleCnt="4">
        <dgm:presLayoutVars>
          <dgm:chMax val="0"/>
          <dgm:chPref val="0"/>
          <dgm:bulletEnabled val="1"/>
        </dgm:presLayoutVars>
      </dgm:prSet>
      <dgm:spPr/>
    </dgm:pt>
    <dgm:pt modelId="{15F42EA0-5173-4BD1-A2B6-42B37FA08CC5}" type="pres">
      <dgm:prSet presAssocID="{90AD1956-8C07-4367-A71A-5A2799D9980C}" presName="desTx" presStyleLbl="alignAccFollowNode1" presStyleIdx="0" presStyleCnt="4">
        <dgm:presLayoutVars>
          <dgm:bulletEnabled val="1"/>
        </dgm:presLayoutVars>
      </dgm:prSet>
      <dgm:spPr/>
    </dgm:pt>
    <dgm:pt modelId="{52AE5C44-B1C8-47B1-B634-A5D440A7057F}" type="pres">
      <dgm:prSet presAssocID="{D7279403-E437-4A50-8569-09CB980BF78E}" presName="space" presStyleCnt="0"/>
      <dgm:spPr/>
    </dgm:pt>
    <dgm:pt modelId="{45B0A9BF-1203-4A19-840F-89111BE94F6D}" type="pres">
      <dgm:prSet presAssocID="{5E2E6AD8-4F3A-4CD7-A5C0-56A37F22EBF9}" presName="composite" presStyleCnt="0"/>
      <dgm:spPr/>
    </dgm:pt>
    <dgm:pt modelId="{8B0594C7-D666-4DFC-99DB-B706E94761E7}" type="pres">
      <dgm:prSet presAssocID="{5E2E6AD8-4F3A-4CD7-A5C0-56A37F22EBF9}" presName="parTx" presStyleLbl="alignNode1" presStyleIdx="1" presStyleCnt="4">
        <dgm:presLayoutVars>
          <dgm:chMax val="0"/>
          <dgm:chPref val="0"/>
          <dgm:bulletEnabled val="1"/>
        </dgm:presLayoutVars>
      </dgm:prSet>
      <dgm:spPr/>
    </dgm:pt>
    <dgm:pt modelId="{C70C05A8-49E1-4711-AE6A-17D7CB8B3922}" type="pres">
      <dgm:prSet presAssocID="{5E2E6AD8-4F3A-4CD7-A5C0-56A37F22EBF9}" presName="desTx" presStyleLbl="alignAccFollowNode1" presStyleIdx="1" presStyleCnt="4">
        <dgm:presLayoutVars>
          <dgm:bulletEnabled val="1"/>
        </dgm:presLayoutVars>
      </dgm:prSet>
      <dgm:spPr/>
    </dgm:pt>
    <dgm:pt modelId="{7CB67F6F-B039-4F32-B73E-07B4FBD4B034}" type="pres">
      <dgm:prSet presAssocID="{20B1F38F-16E7-4606-BED1-77D25B58E405}" presName="space" presStyleCnt="0"/>
      <dgm:spPr/>
    </dgm:pt>
    <dgm:pt modelId="{6CEA1315-3483-43F1-AA2C-25D99D77766F}" type="pres">
      <dgm:prSet presAssocID="{6AB8EC00-2FCA-489D-8DBC-D5EC1944B5A4}" presName="composite" presStyleCnt="0"/>
      <dgm:spPr/>
    </dgm:pt>
    <dgm:pt modelId="{EA1D6469-9BE3-4078-9549-C9698388DD26}" type="pres">
      <dgm:prSet presAssocID="{6AB8EC00-2FCA-489D-8DBC-D5EC1944B5A4}" presName="parTx" presStyleLbl="alignNode1" presStyleIdx="2" presStyleCnt="4">
        <dgm:presLayoutVars>
          <dgm:chMax val="0"/>
          <dgm:chPref val="0"/>
          <dgm:bulletEnabled val="1"/>
        </dgm:presLayoutVars>
      </dgm:prSet>
      <dgm:spPr/>
    </dgm:pt>
    <dgm:pt modelId="{37285B1F-1F65-4B50-8FDA-1FCB2467850D}" type="pres">
      <dgm:prSet presAssocID="{6AB8EC00-2FCA-489D-8DBC-D5EC1944B5A4}" presName="desTx" presStyleLbl="alignAccFollowNode1" presStyleIdx="2" presStyleCnt="4">
        <dgm:presLayoutVars>
          <dgm:bulletEnabled val="1"/>
        </dgm:presLayoutVars>
      </dgm:prSet>
      <dgm:spPr/>
    </dgm:pt>
    <dgm:pt modelId="{360191FE-FE44-4142-8D05-A6568BD85747}" type="pres">
      <dgm:prSet presAssocID="{32E9071A-59E2-4612-8256-C0E343BFCB38}" presName="space" presStyleCnt="0"/>
      <dgm:spPr/>
    </dgm:pt>
    <dgm:pt modelId="{04F47A64-D49E-422B-89F7-2AED55883E29}" type="pres">
      <dgm:prSet presAssocID="{8061E3E6-7440-40D7-975F-DAA2FA01A5B5}" presName="composite" presStyleCnt="0"/>
      <dgm:spPr/>
    </dgm:pt>
    <dgm:pt modelId="{594A50A2-B316-475B-97A7-AC3BF16F9AF9}" type="pres">
      <dgm:prSet presAssocID="{8061E3E6-7440-40D7-975F-DAA2FA01A5B5}" presName="parTx" presStyleLbl="alignNode1" presStyleIdx="3" presStyleCnt="4">
        <dgm:presLayoutVars>
          <dgm:chMax val="0"/>
          <dgm:chPref val="0"/>
          <dgm:bulletEnabled val="1"/>
        </dgm:presLayoutVars>
      </dgm:prSet>
      <dgm:spPr/>
    </dgm:pt>
    <dgm:pt modelId="{1970FA7A-AB71-416E-9F87-4337492A9F4B}" type="pres">
      <dgm:prSet presAssocID="{8061E3E6-7440-40D7-975F-DAA2FA01A5B5}" presName="desTx" presStyleLbl="alignAccFollowNode1" presStyleIdx="3" presStyleCnt="4">
        <dgm:presLayoutVars>
          <dgm:bulletEnabled val="1"/>
        </dgm:presLayoutVars>
      </dgm:prSet>
      <dgm:spPr/>
    </dgm:pt>
  </dgm:ptLst>
  <dgm:cxnLst>
    <dgm:cxn modelId="{7D183F04-020A-4CDA-908A-761B88F9E793}" type="presOf" srcId="{946D6E96-2BAE-4DFA-B2A6-EB9CF34EE127}" destId="{1970FA7A-AB71-416E-9F87-4337492A9F4B}" srcOrd="0" destOrd="1" presId="urn:microsoft.com/office/officeart/2005/8/layout/hList1"/>
    <dgm:cxn modelId="{9D3EBA06-7B3E-4DB6-9A04-738DF6E1200B}" type="presOf" srcId="{00392E2B-C7F9-4944-8F91-4A30460FBB53}" destId="{1970FA7A-AB71-416E-9F87-4337492A9F4B}" srcOrd="0" destOrd="0" presId="urn:microsoft.com/office/officeart/2005/8/layout/hList1"/>
    <dgm:cxn modelId="{2ACCA708-0D11-48DE-9F0F-4657D1B5778C}" type="presOf" srcId="{517428D8-5DC8-4ECD-8F15-7581B637E4EA}" destId="{C70C05A8-49E1-4711-AE6A-17D7CB8B3922}" srcOrd="0" destOrd="1" presId="urn:microsoft.com/office/officeart/2005/8/layout/hList1"/>
    <dgm:cxn modelId="{6DCDFB08-E4D3-48BB-9AA9-261A9F247318}" srcId="{F2EAE517-3EFC-4676-9A19-BACD4ABD496E}" destId="{6AB8EC00-2FCA-489D-8DBC-D5EC1944B5A4}" srcOrd="2" destOrd="0" parTransId="{2D1AD190-92CC-49B6-A428-CB44CC06A909}" sibTransId="{32E9071A-59E2-4612-8256-C0E343BFCB38}"/>
    <dgm:cxn modelId="{D4250321-0F71-4005-9C6C-E74B798E3958}" type="presOf" srcId="{F2EAE517-3EFC-4676-9A19-BACD4ABD496E}" destId="{BA9F17BB-04D0-4E33-AD8C-42D15DAA081F}" srcOrd="0" destOrd="0" presId="urn:microsoft.com/office/officeart/2005/8/layout/hList1"/>
    <dgm:cxn modelId="{87224827-54E5-4665-81EA-98CD720E0A68}" srcId="{8061E3E6-7440-40D7-975F-DAA2FA01A5B5}" destId="{946D6E96-2BAE-4DFA-B2A6-EB9CF34EE127}" srcOrd="1" destOrd="0" parTransId="{C548D92A-6B8F-403F-B517-A12D8F0AC91B}" sibTransId="{896D2650-4B57-43D2-A271-D06546C0F281}"/>
    <dgm:cxn modelId="{0B91EF27-EB99-486B-91CF-2B46878F69EA}" srcId="{8061E3E6-7440-40D7-975F-DAA2FA01A5B5}" destId="{00392E2B-C7F9-4944-8F91-4A30460FBB53}" srcOrd="0" destOrd="0" parTransId="{F8F3CC18-B842-4582-9BF0-B32C737C7D95}" sibTransId="{04A2D2E4-1F73-40EF-85CC-46FF56C47626}"/>
    <dgm:cxn modelId="{F1A5742F-FACD-4F66-A44F-0195E0077956}" type="presOf" srcId="{90AD1956-8C07-4367-A71A-5A2799D9980C}" destId="{4F61D17A-E5BD-4A05-88B6-5A39FBD3DD7C}" srcOrd="0" destOrd="0" presId="urn:microsoft.com/office/officeart/2005/8/layout/hList1"/>
    <dgm:cxn modelId="{912FEA40-3942-4332-95E9-F508A9EB38AB}" srcId="{90AD1956-8C07-4367-A71A-5A2799D9980C}" destId="{F18CACEC-E51D-4280-B1BB-9B121BD85074}" srcOrd="1" destOrd="0" parTransId="{B61A9C37-4FF2-4F07-8A9B-09374F2A625A}" sibTransId="{443C133F-0C90-4496-9D84-9E57E0464DFF}"/>
    <dgm:cxn modelId="{C32CA641-E319-4896-8440-188DFC6C8020}" type="presOf" srcId="{88C5A966-CAF3-4FE7-83ED-2610320F99C0}" destId="{37285B1F-1F65-4B50-8FDA-1FCB2467850D}" srcOrd="0" destOrd="1" presId="urn:microsoft.com/office/officeart/2005/8/layout/hList1"/>
    <dgm:cxn modelId="{2FD4F741-2F3A-4CE6-91C9-514F7B93B458}" type="presOf" srcId="{F18CACEC-E51D-4280-B1BB-9B121BD85074}" destId="{15F42EA0-5173-4BD1-A2B6-42B37FA08CC5}" srcOrd="0" destOrd="1" presId="urn:microsoft.com/office/officeart/2005/8/layout/hList1"/>
    <dgm:cxn modelId="{49F3106A-2A08-4716-B394-006E6E465166}" srcId="{5E2E6AD8-4F3A-4CD7-A5C0-56A37F22EBF9}" destId="{2E3B1658-4F65-42E2-B969-14F810BC128B}" srcOrd="0" destOrd="0" parTransId="{71A4CFB3-6187-4C60-BAC8-889A984A374C}" sibTransId="{CEA95823-2816-47F7-B401-F621D4A058CE}"/>
    <dgm:cxn modelId="{4C922851-AF8F-4D0B-93DB-0549442AAB59}" srcId="{6AB8EC00-2FCA-489D-8DBC-D5EC1944B5A4}" destId="{A19801DA-C1CB-419E-9ABE-E74075814CF9}" srcOrd="0" destOrd="0" parTransId="{D3C6CBA4-3EC8-4185-8AD5-6A4ACA8F893E}" sibTransId="{357DC121-1E9F-434E-BE27-CD3D6241A877}"/>
    <dgm:cxn modelId="{E7988A80-3BAF-4363-9CA1-0C83FE323E4F}" type="presOf" srcId="{53D952E6-D0D5-4FF1-90CA-955B638D0308}" destId="{15F42EA0-5173-4BD1-A2B6-42B37FA08CC5}" srcOrd="0" destOrd="0" presId="urn:microsoft.com/office/officeart/2005/8/layout/hList1"/>
    <dgm:cxn modelId="{6A085484-2420-4623-AF2E-1F8E3A503AA0}" type="presOf" srcId="{6AB8EC00-2FCA-489D-8DBC-D5EC1944B5A4}" destId="{EA1D6469-9BE3-4078-9549-C9698388DD26}" srcOrd="0" destOrd="0" presId="urn:microsoft.com/office/officeart/2005/8/layout/hList1"/>
    <dgm:cxn modelId="{61BAEB8C-FFF5-4716-8C42-575AA43D14A5}" srcId="{F2EAE517-3EFC-4676-9A19-BACD4ABD496E}" destId="{90AD1956-8C07-4367-A71A-5A2799D9980C}" srcOrd="0" destOrd="0" parTransId="{91170855-4E8C-4356-A1FC-89DC55F289DB}" sibTransId="{D7279403-E437-4A50-8569-09CB980BF78E}"/>
    <dgm:cxn modelId="{AE0CDCA2-3ED1-4F67-9D59-B43F463EBAAD}" type="presOf" srcId="{8061E3E6-7440-40D7-975F-DAA2FA01A5B5}" destId="{594A50A2-B316-475B-97A7-AC3BF16F9AF9}" srcOrd="0" destOrd="0" presId="urn:microsoft.com/office/officeart/2005/8/layout/hList1"/>
    <dgm:cxn modelId="{D257FBB8-7092-4FF7-86B4-FE8612F033D7}" srcId="{5E2E6AD8-4F3A-4CD7-A5C0-56A37F22EBF9}" destId="{517428D8-5DC8-4ECD-8F15-7581B637E4EA}" srcOrd="1" destOrd="0" parTransId="{E525A247-B79C-4D42-ADB2-ADAAA6DDC884}" sibTransId="{DF57EA66-BE76-44D2-903C-952AFBDF789F}"/>
    <dgm:cxn modelId="{FFCC1FBC-CF02-435C-84F2-2E4D9D47AF9C}" type="presOf" srcId="{5E2E6AD8-4F3A-4CD7-A5C0-56A37F22EBF9}" destId="{8B0594C7-D666-4DFC-99DB-B706E94761E7}" srcOrd="0" destOrd="0" presId="urn:microsoft.com/office/officeart/2005/8/layout/hList1"/>
    <dgm:cxn modelId="{99210DC2-9B96-47C8-908A-9238A9C633FA}" srcId="{F2EAE517-3EFC-4676-9A19-BACD4ABD496E}" destId="{5E2E6AD8-4F3A-4CD7-A5C0-56A37F22EBF9}" srcOrd="1" destOrd="0" parTransId="{302AC568-3E63-47F1-A248-D18A82B475BE}" sibTransId="{20B1F38F-16E7-4606-BED1-77D25B58E405}"/>
    <dgm:cxn modelId="{C0D370D3-C67D-4375-8147-E1B6D39FB8F0}" srcId="{F2EAE517-3EFC-4676-9A19-BACD4ABD496E}" destId="{8061E3E6-7440-40D7-975F-DAA2FA01A5B5}" srcOrd="3" destOrd="0" parTransId="{B9728716-4771-42BC-A93F-16856E29840B}" sibTransId="{17001FAC-CDAB-4D58-9976-3872D8B4854F}"/>
    <dgm:cxn modelId="{77D11FDB-4A06-4422-B4A0-CDF18C64FFDF}" srcId="{90AD1956-8C07-4367-A71A-5A2799D9980C}" destId="{53D952E6-D0D5-4FF1-90CA-955B638D0308}" srcOrd="0" destOrd="0" parTransId="{C5B57464-38C8-49AE-9174-778842DD4147}" sibTransId="{C4863A9E-1CB9-4140-8CFD-46F46A289A99}"/>
    <dgm:cxn modelId="{EED93BED-D755-4447-8D9D-D8BA0C4D1AEF}" type="presOf" srcId="{2E3B1658-4F65-42E2-B969-14F810BC128B}" destId="{C70C05A8-49E1-4711-AE6A-17D7CB8B3922}" srcOrd="0" destOrd="0" presId="urn:microsoft.com/office/officeart/2005/8/layout/hList1"/>
    <dgm:cxn modelId="{1B9DEAED-CC73-43FF-A5B1-64E9C860CD70}" type="presOf" srcId="{A19801DA-C1CB-419E-9ABE-E74075814CF9}" destId="{37285B1F-1F65-4B50-8FDA-1FCB2467850D}" srcOrd="0" destOrd="0" presId="urn:microsoft.com/office/officeart/2005/8/layout/hList1"/>
    <dgm:cxn modelId="{0B7D8AF4-38A3-4726-BB70-AA5B1BE3122E}" srcId="{6AB8EC00-2FCA-489D-8DBC-D5EC1944B5A4}" destId="{88C5A966-CAF3-4FE7-83ED-2610320F99C0}" srcOrd="1" destOrd="0" parTransId="{509EF45F-E2E4-4F21-8F97-7A1467DAF02A}" sibTransId="{FFAE5ED2-107D-42E5-A1EF-C384FBE0ABFE}"/>
    <dgm:cxn modelId="{65954988-8D52-43B6-83A3-8DADD678C26B}" type="presParOf" srcId="{BA9F17BB-04D0-4E33-AD8C-42D15DAA081F}" destId="{8E512E92-6E0E-49AA-B773-6CF182A1B8D1}" srcOrd="0" destOrd="0" presId="urn:microsoft.com/office/officeart/2005/8/layout/hList1"/>
    <dgm:cxn modelId="{1A55EE03-9002-451D-856E-B4ED5E616268}" type="presParOf" srcId="{8E512E92-6E0E-49AA-B773-6CF182A1B8D1}" destId="{4F61D17A-E5BD-4A05-88B6-5A39FBD3DD7C}" srcOrd="0" destOrd="0" presId="urn:microsoft.com/office/officeart/2005/8/layout/hList1"/>
    <dgm:cxn modelId="{4EFE47DB-336C-47E3-A83B-A9A7DAA80914}" type="presParOf" srcId="{8E512E92-6E0E-49AA-B773-6CF182A1B8D1}" destId="{15F42EA0-5173-4BD1-A2B6-42B37FA08CC5}" srcOrd="1" destOrd="0" presId="urn:microsoft.com/office/officeart/2005/8/layout/hList1"/>
    <dgm:cxn modelId="{563AEAAF-631E-4007-B08E-5D65A4026674}" type="presParOf" srcId="{BA9F17BB-04D0-4E33-AD8C-42D15DAA081F}" destId="{52AE5C44-B1C8-47B1-B634-A5D440A7057F}" srcOrd="1" destOrd="0" presId="urn:microsoft.com/office/officeart/2005/8/layout/hList1"/>
    <dgm:cxn modelId="{D1D6D7D9-2CD6-4867-98F7-2003AE40924B}" type="presParOf" srcId="{BA9F17BB-04D0-4E33-AD8C-42D15DAA081F}" destId="{45B0A9BF-1203-4A19-840F-89111BE94F6D}" srcOrd="2" destOrd="0" presId="urn:microsoft.com/office/officeart/2005/8/layout/hList1"/>
    <dgm:cxn modelId="{7359D75B-3D0A-4EC8-BB30-FF77E1CDDDA6}" type="presParOf" srcId="{45B0A9BF-1203-4A19-840F-89111BE94F6D}" destId="{8B0594C7-D666-4DFC-99DB-B706E94761E7}" srcOrd="0" destOrd="0" presId="urn:microsoft.com/office/officeart/2005/8/layout/hList1"/>
    <dgm:cxn modelId="{9D65F408-D680-4B8D-B603-F3530ED52845}" type="presParOf" srcId="{45B0A9BF-1203-4A19-840F-89111BE94F6D}" destId="{C70C05A8-49E1-4711-AE6A-17D7CB8B3922}" srcOrd="1" destOrd="0" presId="urn:microsoft.com/office/officeart/2005/8/layout/hList1"/>
    <dgm:cxn modelId="{F2EEABD8-F20E-430C-8A67-ED9014D758A0}" type="presParOf" srcId="{BA9F17BB-04D0-4E33-AD8C-42D15DAA081F}" destId="{7CB67F6F-B039-4F32-B73E-07B4FBD4B034}" srcOrd="3" destOrd="0" presId="urn:microsoft.com/office/officeart/2005/8/layout/hList1"/>
    <dgm:cxn modelId="{08450F06-F4D5-46E8-A6F3-6C38212CBECB}" type="presParOf" srcId="{BA9F17BB-04D0-4E33-AD8C-42D15DAA081F}" destId="{6CEA1315-3483-43F1-AA2C-25D99D77766F}" srcOrd="4" destOrd="0" presId="urn:microsoft.com/office/officeart/2005/8/layout/hList1"/>
    <dgm:cxn modelId="{5AFF9DD1-41A7-45E4-B790-79003FA3E173}" type="presParOf" srcId="{6CEA1315-3483-43F1-AA2C-25D99D77766F}" destId="{EA1D6469-9BE3-4078-9549-C9698388DD26}" srcOrd="0" destOrd="0" presId="urn:microsoft.com/office/officeart/2005/8/layout/hList1"/>
    <dgm:cxn modelId="{68BD3B97-A857-40F9-B560-EB7848164364}" type="presParOf" srcId="{6CEA1315-3483-43F1-AA2C-25D99D77766F}" destId="{37285B1F-1F65-4B50-8FDA-1FCB2467850D}" srcOrd="1" destOrd="0" presId="urn:microsoft.com/office/officeart/2005/8/layout/hList1"/>
    <dgm:cxn modelId="{3E789509-BE4A-4F8D-87BB-6E1F47950AA4}" type="presParOf" srcId="{BA9F17BB-04D0-4E33-AD8C-42D15DAA081F}" destId="{360191FE-FE44-4142-8D05-A6568BD85747}" srcOrd="5" destOrd="0" presId="urn:microsoft.com/office/officeart/2005/8/layout/hList1"/>
    <dgm:cxn modelId="{6CA7B408-1082-4318-A598-EC901F910675}" type="presParOf" srcId="{BA9F17BB-04D0-4E33-AD8C-42D15DAA081F}" destId="{04F47A64-D49E-422B-89F7-2AED55883E29}" srcOrd="6" destOrd="0" presId="urn:microsoft.com/office/officeart/2005/8/layout/hList1"/>
    <dgm:cxn modelId="{4237697B-34C1-4C9C-A1E1-7A13B15863EB}" type="presParOf" srcId="{04F47A64-D49E-422B-89F7-2AED55883E29}" destId="{594A50A2-B316-475B-97A7-AC3BF16F9AF9}" srcOrd="0" destOrd="0" presId="urn:microsoft.com/office/officeart/2005/8/layout/hList1"/>
    <dgm:cxn modelId="{1CE1BE89-7501-422B-B080-04390B9ED9E6}" type="presParOf" srcId="{04F47A64-D49E-422B-89F7-2AED55883E29}" destId="{1970FA7A-AB71-416E-9F87-4337492A9F4B}"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2612E1F-DA42-4875-A164-A3698FC010C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F16526E0-F9DD-43E7-8182-DF96B66C5EF2}">
      <dgm:prSet phldrT="[Text]"/>
      <dgm:spPr/>
      <dgm:t>
        <a:bodyPr/>
        <a:lstStyle/>
        <a:p>
          <a:endParaRPr lang="en-IN" dirty="0"/>
        </a:p>
      </dgm:t>
    </dgm:pt>
    <dgm:pt modelId="{CC40C090-01D8-47B7-98A3-CE7830792EFE}" type="parTrans" cxnId="{509F45FF-1B95-40B1-8C7A-2B45F0A9D386}">
      <dgm:prSet/>
      <dgm:spPr/>
      <dgm:t>
        <a:bodyPr/>
        <a:lstStyle/>
        <a:p>
          <a:endParaRPr lang="en-IN"/>
        </a:p>
      </dgm:t>
    </dgm:pt>
    <dgm:pt modelId="{FE9194DE-DE5E-4C7E-9829-AF1BC050DFD7}" type="sibTrans" cxnId="{509F45FF-1B95-40B1-8C7A-2B45F0A9D386}">
      <dgm:prSet/>
      <dgm:spPr/>
      <dgm:t>
        <a:bodyPr/>
        <a:lstStyle/>
        <a:p>
          <a:endParaRPr lang="en-IN"/>
        </a:p>
      </dgm:t>
    </dgm:pt>
    <dgm:pt modelId="{439D50B4-E115-480F-A3FA-70F4BE278AC8}">
      <dgm:prSet phldrT="[Text]"/>
      <dgm:spPr/>
      <dgm:t>
        <a:bodyPr/>
        <a:lstStyle/>
        <a:p>
          <a:r>
            <a:rPr lang="en-IN" dirty="0"/>
            <a:t>Smart MES Portfolio</a:t>
          </a:r>
        </a:p>
      </dgm:t>
    </dgm:pt>
    <dgm:pt modelId="{2BA98340-FDEE-4411-A60C-58AB47A1458B}" type="parTrans" cxnId="{76212D75-2CAC-4E68-AD47-E704DFB7C728}">
      <dgm:prSet/>
      <dgm:spPr/>
      <dgm:t>
        <a:bodyPr/>
        <a:lstStyle/>
        <a:p>
          <a:endParaRPr lang="en-IN"/>
        </a:p>
      </dgm:t>
    </dgm:pt>
    <dgm:pt modelId="{9830C036-7DB6-4BA6-939D-434380C1A4F3}" type="sibTrans" cxnId="{76212D75-2CAC-4E68-AD47-E704DFB7C728}">
      <dgm:prSet/>
      <dgm:spPr/>
      <dgm:t>
        <a:bodyPr/>
        <a:lstStyle/>
        <a:p>
          <a:endParaRPr lang="en-IN"/>
        </a:p>
      </dgm:t>
    </dgm:pt>
    <dgm:pt modelId="{DA0C403A-1A13-41A2-80FE-4ACE8875DA77}">
      <dgm:prSet phldrT="[Text]"/>
      <dgm:spPr/>
      <dgm:t>
        <a:bodyPr/>
        <a:lstStyle/>
        <a:p>
          <a:r>
            <a:rPr lang="en-IN" dirty="0"/>
            <a:t>Tailoring Smart MES solution to provide single solution catering all the requirement.</a:t>
          </a:r>
        </a:p>
      </dgm:t>
    </dgm:pt>
    <dgm:pt modelId="{ECAF6DCC-14AA-444B-9EF4-D39B741AF0D2}" type="parTrans" cxnId="{53B0578F-444B-43FC-8A46-7B3EC3B26948}">
      <dgm:prSet/>
      <dgm:spPr/>
      <dgm:t>
        <a:bodyPr/>
        <a:lstStyle/>
        <a:p>
          <a:endParaRPr lang="en-IN"/>
        </a:p>
      </dgm:t>
    </dgm:pt>
    <dgm:pt modelId="{0B219315-64EB-4DEF-A85E-40E02FC4ACA5}" type="sibTrans" cxnId="{53B0578F-444B-43FC-8A46-7B3EC3B26948}">
      <dgm:prSet/>
      <dgm:spPr/>
      <dgm:t>
        <a:bodyPr/>
        <a:lstStyle/>
        <a:p>
          <a:endParaRPr lang="en-IN"/>
        </a:p>
      </dgm:t>
    </dgm:pt>
    <dgm:pt modelId="{DC25D232-803F-42B0-A3F5-71B2883355F0}" type="pres">
      <dgm:prSet presAssocID="{B2612E1F-DA42-4875-A164-A3698FC010CB}" presName="Name0" presStyleCnt="0">
        <dgm:presLayoutVars>
          <dgm:chMax val="7"/>
          <dgm:chPref val="7"/>
          <dgm:dir/>
        </dgm:presLayoutVars>
      </dgm:prSet>
      <dgm:spPr/>
    </dgm:pt>
    <dgm:pt modelId="{588A7F2A-4C22-413C-A3EC-52BBC5A58FB8}" type="pres">
      <dgm:prSet presAssocID="{B2612E1F-DA42-4875-A164-A3698FC010CB}" presName="Name1" presStyleCnt="0"/>
      <dgm:spPr/>
    </dgm:pt>
    <dgm:pt modelId="{D4F29AFE-191E-42F3-9584-A50FA88DC308}" type="pres">
      <dgm:prSet presAssocID="{B2612E1F-DA42-4875-A164-A3698FC010CB}" presName="cycle" presStyleCnt="0"/>
      <dgm:spPr/>
    </dgm:pt>
    <dgm:pt modelId="{8B601EE0-E3E1-4D0B-BCD6-F2103F616BE3}" type="pres">
      <dgm:prSet presAssocID="{B2612E1F-DA42-4875-A164-A3698FC010CB}" presName="srcNode" presStyleLbl="node1" presStyleIdx="0" presStyleCnt="2"/>
      <dgm:spPr/>
    </dgm:pt>
    <dgm:pt modelId="{3DB7E2AA-23B2-4189-BDE6-09376E21F7B3}" type="pres">
      <dgm:prSet presAssocID="{B2612E1F-DA42-4875-A164-A3698FC010CB}" presName="conn" presStyleLbl="parChTrans1D2" presStyleIdx="0" presStyleCnt="1"/>
      <dgm:spPr/>
    </dgm:pt>
    <dgm:pt modelId="{A0227F47-04C1-4541-A449-E9270E7D3DA9}" type="pres">
      <dgm:prSet presAssocID="{B2612E1F-DA42-4875-A164-A3698FC010CB}" presName="extraNode" presStyleLbl="node1" presStyleIdx="0" presStyleCnt="2"/>
      <dgm:spPr/>
    </dgm:pt>
    <dgm:pt modelId="{8B3AB38E-C996-416D-9A54-FFEA63A24DEC}" type="pres">
      <dgm:prSet presAssocID="{B2612E1F-DA42-4875-A164-A3698FC010CB}" presName="dstNode" presStyleLbl="node1" presStyleIdx="0" presStyleCnt="2"/>
      <dgm:spPr/>
    </dgm:pt>
    <dgm:pt modelId="{A0FD6BDA-89D7-4288-957F-86F3C0CA022F}" type="pres">
      <dgm:prSet presAssocID="{F16526E0-F9DD-43E7-8182-DF96B66C5EF2}" presName="text_1" presStyleLbl="node1" presStyleIdx="0" presStyleCnt="2">
        <dgm:presLayoutVars>
          <dgm:bulletEnabled val="1"/>
        </dgm:presLayoutVars>
      </dgm:prSet>
      <dgm:spPr/>
    </dgm:pt>
    <dgm:pt modelId="{3FE1E066-CDC8-4A96-807A-A4B94687875A}" type="pres">
      <dgm:prSet presAssocID="{F16526E0-F9DD-43E7-8182-DF96B66C5EF2}" presName="accent_1" presStyleCnt="0"/>
      <dgm:spPr/>
    </dgm:pt>
    <dgm:pt modelId="{22955CBE-0726-4265-8BC5-3A5CEE45300D}" type="pres">
      <dgm:prSet presAssocID="{F16526E0-F9DD-43E7-8182-DF96B66C5EF2}" presName="accentRepeatNode" presStyleLbl="solidFgAcc1" presStyleIdx="0" presStyleCnt="2"/>
      <dgm:spPr/>
    </dgm:pt>
    <dgm:pt modelId="{780AC605-DFC4-438F-9AD2-13EC25D33E22}" type="pres">
      <dgm:prSet presAssocID="{439D50B4-E115-480F-A3FA-70F4BE278AC8}" presName="text_2" presStyleLbl="node1" presStyleIdx="1" presStyleCnt="2">
        <dgm:presLayoutVars>
          <dgm:bulletEnabled val="1"/>
        </dgm:presLayoutVars>
      </dgm:prSet>
      <dgm:spPr/>
    </dgm:pt>
    <dgm:pt modelId="{B8511E12-8D5D-453B-AA9A-A27284CCDA76}" type="pres">
      <dgm:prSet presAssocID="{439D50B4-E115-480F-A3FA-70F4BE278AC8}" presName="accent_2" presStyleCnt="0"/>
      <dgm:spPr/>
    </dgm:pt>
    <dgm:pt modelId="{A8820B0A-BA75-49C2-9609-108B99A68EF2}" type="pres">
      <dgm:prSet presAssocID="{439D50B4-E115-480F-A3FA-70F4BE278AC8}" presName="accentRepeatNode" presStyleLbl="solidFgAcc1" presStyleIdx="1" presStyleCnt="2"/>
      <dgm:spPr/>
    </dgm:pt>
  </dgm:ptLst>
  <dgm:cxnLst>
    <dgm:cxn modelId="{76212D75-2CAC-4E68-AD47-E704DFB7C728}" srcId="{B2612E1F-DA42-4875-A164-A3698FC010CB}" destId="{439D50B4-E115-480F-A3FA-70F4BE278AC8}" srcOrd="1" destOrd="0" parTransId="{2BA98340-FDEE-4411-A60C-58AB47A1458B}" sibTransId="{9830C036-7DB6-4BA6-939D-434380C1A4F3}"/>
    <dgm:cxn modelId="{4E080C8D-C8E4-48AF-9FAA-F183E40AB0D0}" type="presOf" srcId="{DA0C403A-1A13-41A2-80FE-4ACE8875DA77}" destId="{780AC605-DFC4-438F-9AD2-13EC25D33E22}" srcOrd="0" destOrd="1" presId="urn:microsoft.com/office/officeart/2008/layout/VerticalCurvedList"/>
    <dgm:cxn modelId="{53B0578F-444B-43FC-8A46-7B3EC3B26948}" srcId="{439D50B4-E115-480F-A3FA-70F4BE278AC8}" destId="{DA0C403A-1A13-41A2-80FE-4ACE8875DA77}" srcOrd="0" destOrd="0" parTransId="{ECAF6DCC-14AA-444B-9EF4-D39B741AF0D2}" sibTransId="{0B219315-64EB-4DEF-A85E-40E02FC4ACA5}"/>
    <dgm:cxn modelId="{B96D2C91-5558-43F8-965F-9C3095B85520}" type="presOf" srcId="{F16526E0-F9DD-43E7-8182-DF96B66C5EF2}" destId="{A0FD6BDA-89D7-4288-957F-86F3C0CA022F}" srcOrd="0" destOrd="0" presId="urn:microsoft.com/office/officeart/2008/layout/VerticalCurvedList"/>
    <dgm:cxn modelId="{EBE85591-73D9-4AFB-A3BD-7FB9CECC8808}" type="presOf" srcId="{B2612E1F-DA42-4875-A164-A3698FC010CB}" destId="{DC25D232-803F-42B0-A3F5-71B2883355F0}" srcOrd="0" destOrd="0" presId="urn:microsoft.com/office/officeart/2008/layout/VerticalCurvedList"/>
    <dgm:cxn modelId="{5C9698B3-E430-433A-8E83-959F7EA39BF6}" type="presOf" srcId="{FE9194DE-DE5E-4C7E-9829-AF1BC050DFD7}" destId="{3DB7E2AA-23B2-4189-BDE6-09376E21F7B3}" srcOrd="0" destOrd="0" presId="urn:microsoft.com/office/officeart/2008/layout/VerticalCurvedList"/>
    <dgm:cxn modelId="{D49D65F4-080B-4CE4-882D-C579E2DFA249}" type="presOf" srcId="{439D50B4-E115-480F-A3FA-70F4BE278AC8}" destId="{780AC605-DFC4-438F-9AD2-13EC25D33E22}" srcOrd="0" destOrd="0" presId="urn:microsoft.com/office/officeart/2008/layout/VerticalCurvedList"/>
    <dgm:cxn modelId="{509F45FF-1B95-40B1-8C7A-2B45F0A9D386}" srcId="{B2612E1F-DA42-4875-A164-A3698FC010CB}" destId="{F16526E0-F9DD-43E7-8182-DF96B66C5EF2}" srcOrd="0" destOrd="0" parTransId="{CC40C090-01D8-47B7-98A3-CE7830792EFE}" sibTransId="{FE9194DE-DE5E-4C7E-9829-AF1BC050DFD7}"/>
    <dgm:cxn modelId="{C6841A17-5C0D-4D95-BD71-F914F9BF0FE6}" type="presParOf" srcId="{DC25D232-803F-42B0-A3F5-71B2883355F0}" destId="{588A7F2A-4C22-413C-A3EC-52BBC5A58FB8}" srcOrd="0" destOrd="0" presId="urn:microsoft.com/office/officeart/2008/layout/VerticalCurvedList"/>
    <dgm:cxn modelId="{0C64F377-A1A4-434C-A1B9-4D5109DC6468}" type="presParOf" srcId="{588A7F2A-4C22-413C-A3EC-52BBC5A58FB8}" destId="{D4F29AFE-191E-42F3-9584-A50FA88DC308}" srcOrd="0" destOrd="0" presId="urn:microsoft.com/office/officeart/2008/layout/VerticalCurvedList"/>
    <dgm:cxn modelId="{9F227D57-0C74-40C4-B9B8-7203485189F8}" type="presParOf" srcId="{D4F29AFE-191E-42F3-9584-A50FA88DC308}" destId="{8B601EE0-E3E1-4D0B-BCD6-F2103F616BE3}" srcOrd="0" destOrd="0" presId="urn:microsoft.com/office/officeart/2008/layout/VerticalCurvedList"/>
    <dgm:cxn modelId="{D42D68BF-42D2-485F-971C-7F4C86136CA0}" type="presParOf" srcId="{D4F29AFE-191E-42F3-9584-A50FA88DC308}" destId="{3DB7E2AA-23B2-4189-BDE6-09376E21F7B3}" srcOrd="1" destOrd="0" presId="urn:microsoft.com/office/officeart/2008/layout/VerticalCurvedList"/>
    <dgm:cxn modelId="{15A53E62-AB64-40F0-9968-14A18483516C}" type="presParOf" srcId="{D4F29AFE-191E-42F3-9584-A50FA88DC308}" destId="{A0227F47-04C1-4541-A449-E9270E7D3DA9}" srcOrd="2" destOrd="0" presId="urn:microsoft.com/office/officeart/2008/layout/VerticalCurvedList"/>
    <dgm:cxn modelId="{D012204F-9374-4D76-9A7E-DC5AC89DB74D}" type="presParOf" srcId="{D4F29AFE-191E-42F3-9584-A50FA88DC308}" destId="{8B3AB38E-C996-416D-9A54-FFEA63A24DEC}" srcOrd="3" destOrd="0" presId="urn:microsoft.com/office/officeart/2008/layout/VerticalCurvedList"/>
    <dgm:cxn modelId="{51191961-8113-4D1B-9F3F-E840F63AF607}" type="presParOf" srcId="{588A7F2A-4C22-413C-A3EC-52BBC5A58FB8}" destId="{A0FD6BDA-89D7-4288-957F-86F3C0CA022F}" srcOrd="1" destOrd="0" presId="urn:microsoft.com/office/officeart/2008/layout/VerticalCurvedList"/>
    <dgm:cxn modelId="{54C74D20-F124-45B8-AABB-2F57445EBFAA}" type="presParOf" srcId="{588A7F2A-4C22-413C-A3EC-52BBC5A58FB8}" destId="{3FE1E066-CDC8-4A96-807A-A4B94687875A}" srcOrd="2" destOrd="0" presId="urn:microsoft.com/office/officeart/2008/layout/VerticalCurvedList"/>
    <dgm:cxn modelId="{C4AF309B-E188-4F46-9802-E6DD408B8BB5}" type="presParOf" srcId="{3FE1E066-CDC8-4A96-807A-A4B94687875A}" destId="{22955CBE-0726-4265-8BC5-3A5CEE45300D}" srcOrd="0" destOrd="0" presId="urn:microsoft.com/office/officeart/2008/layout/VerticalCurvedList"/>
    <dgm:cxn modelId="{14710A64-5D78-43F6-8F22-F09D137E2E5B}" type="presParOf" srcId="{588A7F2A-4C22-413C-A3EC-52BBC5A58FB8}" destId="{780AC605-DFC4-438F-9AD2-13EC25D33E22}" srcOrd="3" destOrd="0" presId="urn:microsoft.com/office/officeart/2008/layout/VerticalCurvedList"/>
    <dgm:cxn modelId="{20E0680E-F8AC-494F-8036-353394A1EC04}" type="presParOf" srcId="{588A7F2A-4C22-413C-A3EC-52BBC5A58FB8}" destId="{B8511E12-8D5D-453B-AA9A-A27284CCDA76}" srcOrd="4" destOrd="0" presId="urn:microsoft.com/office/officeart/2008/layout/VerticalCurvedList"/>
    <dgm:cxn modelId="{31E50A41-4FC9-4F64-B7D7-B8E75DDA362D}" type="presParOf" srcId="{B8511E12-8D5D-453B-AA9A-A27284CCDA76}" destId="{A8820B0A-BA75-49C2-9609-108B99A68EF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1F76BA-04F8-4862-9D21-20E5333A9902}">
      <dsp:nvSpPr>
        <dsp:cNvPr id="0" name=""/>
        <dsp:cNvSpPr/>
      </dsp:nvSpPr>
      <dsp:spPr>
        <a:xfrm>
          <a:off x="0" y="0"/>
          <a:ext cx="861303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2A780D-CBFF-4AA5-8002-7907654AE766}">
      <dsp:nvSpPr>
        <dsp:cNvPr id="0" name=""/>
        <dsp:cNvSpPr/>
      </dsp:nvSpPr>
      <dsp:spPr>
        <a:xfrm>
          <a:off x="0" y="0"/>
          <a:ext cx="3541457" cy="1887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altLang="ko-KR" sz="1600" kern="1200" dirty="0"/>
            <a:t>1.</a:t>
          </a:r>
          <a:r>
            <a:rPr lang="en-US" sz="1600" kern="1200" dirty="0"/>
            <a:t> Plant Study Report</a:t>
          </a:r>
          <a:endParaRPr lang="en-IN" sz="1600" kern="1200" dirty="0"/>
        </a:p>
      </dsp:txBody>
      <dsp:txXfrm>
        <a:off x="0" y="0"/>
        <a:ext cx="3541457" cy="1887824"/>
      </dsp:txXfrm>
    </dsp:sp>
    <dsp:sp modelId="{EE6DD6BB-D0D8-4686-BFE0-0B7030DA985E}">
      <dsp:nvSpPr>
        <dsp:cNvPr id="0" name=""/>
        <dsp:cNvSpPr/>
      </dsp:nvSpPr>
      <dsp:spPr>
        <a:xfrm>
          <a:off x="0" y="1887824"/>
          <a:ext cx="8613039"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DEFE97-3112-411F-BE6E-AEBE41E029C5}">
      <dsp:nvSpPr>
        <dsp:cNvPr id="0" name=""/>
        <dsp:cNvSpPr/>
      </dsp:nvSpPr>
      <dsp:spPr>
        <a:xfrm>
          <a:off x="0" y="1887824"/>
          <a:ext cx="3398882" cy="1887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altLang="ko-KR" sz="1600" kern="1200" dirty="0"/>
            <a:t>2. Proposed Solutions</a:t>
          </a:r>
          <a:endParaRPr lang="en-IN" sz="1600" kern="1200" dirty="0"/>
        </a:p>
      </dsp:txBody>
      <dsp:txXfrm>
        <a:off x="0" y="1887824"/>
        <a:ext cx="3398882" cy="1887824"/>
      </dsp:txXfrm>
    </dsp:sp>
    <dsp:sp modelId="{D7D92313-2BC7-4255-BA02-3C8606717460}">
      <dsp:nvSpPr>
        <dsp:cNvPr id="0" name=""/>
        <dsp:cNvSpPr/>
      </dsp:nvSpPr>
      <dsp:spPr>
        <a:xfrm>
          <a:off x="3496536" y="1973550"/>
          <a:ext cx="5110543" cy="1714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a:t>Smart MES Solution</a:t>
          </a:r>
        </a:p>
      </dsp:txBody>
      <dsp:txXfrm>
        <a:off x="3496536" y="1973550"/>
        <a:ext cx="5110543" cy="1714528"/>
      </dsp:txXfrm>
    </dsp:sp>
    <dsp:sp modelId="{C1975214-3642-4142-8562-9AE4ED2CE6AE}">
      <dsp:nvSpPr>
        <dsp:cNvPr id="0" name=""/>
        <dsp:cNvSpPr/>
      </dsp:nvSpPr>
      <dsp:spPr>
        <a:xfrm>
          <a:off x="3398882" y="3688079"/>
          <a:ext cx="5208197" cy="0"/>
        </a:xfrm>
        <a:prstGeom prst="line">
          <a:avLst/>
        </a:prstGeom>
        <a:solidFill>
          <a:schemeClr val="accent1">
            <a:hueOff val="0"/>
            <a:satOff val="0"/>
            <a:lumOff val="0"/>
            <a:alphaOff val="0"/>
          </a:schemeClr>
        </a:solidFill>
        <a:ln w="1079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387C63-63B6-495F-974D-540ACE5E6336}">
      <dsp:nvSpPr>
        <dsp:cNvPr id="0" name=""/>
        <dsp:cNvSpPr/>
      </dsp:nvSpPr>
      <dsp:spPr>
        <a:xfrm>
          <a:off x="50" y="39486"/>
          <a:ext cx="4842568" cy="7488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Master Data Management </a:t>
          </a:r>
          <a:endParaRPr lang="en-IN" sz="1600" kern="1200" dirty="0"/>
        </a:p>
      </dsp:txBody>
      <dsp:txXfrm>
        <a:off x="50" y="39486"/>
        <a:ext cx="4842568" cy="748800"/>
      </dsp:txXfrm>
    </dsp:sp>
    <dsp:sp modelId="{F8E538B2-1AC3-4506-89C0-23B38B9407A2}">
      <dsp:nvSpPr>
        <dsp:cNvPr id="0" name=""/>
        <dsp:cNvSpPr/>
      </dsp:nvSpPr>
      <dsp:spPr>
        <a:xfrm>
          <a:off x="50" y="788287"/>
          <a:ext cx="4842568" cy="196267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Font typeface="+mj-lt"/>
            <a:buNone/>
          </a:pPr>
          <a:endParaRPr lang="en-IN" sz="2600" kern="1200" dirty="0"/>
        </a:p>
        <a:p>
          <a:pPr marL="228600" lvl="1" indent="-228600" algn="l" defTabSz="1155700">
            <a:lnSpc>
              <a:spcPct val="90000"/>
            </a:lnSpc>
            <a:spcBef>
              <a:spcPct val="0"/>
            </a:spcBef>
            <a:spcAft>
              <a:spcPct val="15000"/>
            </a:spcAft>
            <a:buFont typeface="+mj-lt"/>
            <a:buAutoNum type="arabicPeriod"/>
          </a:pPr>
          <a:r>
            <a:rPr lang="en-IN" sz="2600" b="0" i="0" kern="1200" dirty="0">
              <a:solidFill>
                <a:srgbClr val="000000"/>
              </a:solidFill>
              <a:effectLst/>
              <a:latin typeface="Aptos Narrow" panose="020B0004020202020204" pitchFamily="34" charset="0"/>
            </a:rPr>
            <a:t>Material management</a:t>
          </a:r>
        </a:p>
        <a:p>
          <a:pPr marL="228600" lvl="1" indent="-228600" algn="l" defTabSz="1155700">
            <a:lnSpc>
              <a:spcPct val="90000"/>
            </a:lnSpc>
            <a:spcBef>
              <a:spcPct val="0"/>
            </a:spcBef>
            <a:spcAft>
              <a:spcPct val="15000"/>
            </a:spcAft>
            <a:buFont typeface="+mj-lt"/>
            <a:buAutoNum type="arabicPeriod"/>
          </a:pPr>
          <a:r>
            <a:rPr lang="en-IN" sz="2600" b="0" i="0" kern="1200" dirty="0">
              <a:solidFill>
                <a:srgbClr val="000000"/>
              </a:solidFill>
              <a:effectLst/>
              <a:latin typeface="Aptos Narrow" panose="020B0004020202020204" pitchFamily="34" charset="0"/>
            </a:rPr>
            <a:t>BoM Management</a:t>
          </a:r>
        </a:p>
        <a:p>
          <a:pPr marL="228600" lvl="1" indent="-228600" algn="l" defTabSz="1155700">
            <a:lnSpc>
              <a:spcPct val="90000"/>
            </a:lnSpc>
            <a:spcBef>
              <a:spcPct val="0"/>
            </a:spcBef>
            <a:spcAft>
              <a:spcPct val="15000"/>
            </a:spcAft>
            <a:buFont typeface="+mj-lt"/>
            <a:buAutoNum type="arabicPeriod"/>
          </a:pPr>
          <a:r>
            <a:rPr lang="en-IN" sz="2600" b="0" i="0" kern="1200" dirty="0">
              <a:solidFill>
                <a:srgbClr val="000000"/>
              </a:solidFill>
              <a:effectLst/>
              <a:latin typeface="Aptos Narrow" panose="020B0004020202020204" pitchFamily="34" charset="0"/>
            </a:rPr>
            <a:t>User Management</a:t>
          </a:r>
        </a:p>
      </dsp:txBody>
      <dsp:txXfrm>
        <a:off x="50" y="788287"/>
        <a:ext cx="4842568" cy="1962675"/>
      </dsp:txXfrm>
    </dsp:sp>
    <dsp:sp modelId="{8FD0FF9A-89B5-4DFB-8EDA-8AA0A9EA794D}">
      <dsp:nvSpPr>
        <dsp:cNvPr id="0" name=""/>
        <dsp:cNvSpPr/>
      </dsp:nvSpPr>
      <dsp:spPr>
        <a:xfrm>
          <a:off x="5520578" y="39486"/>
          <a:ext cx="4842568" cy="7488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Work Order Execution </a:t>
          </a:r>
          <a:endParaRPr lang="en-IN" sz="1600" kern="1200" dirty="0"/>
        </a:p>
      </dsp:txBody>
      <dsp:txXfrm>
        <a:off x="5520578" y="39486"/>
        <a:ext cx="4842568" cy="748800"/>
      </dsp:txXfrm>
    </dsp:sp>
    <dsp:sp modelId="{1B728B69-5D46-49B1-96B1-E5EBADB7A831}">
      <dsp:nvSpPr>
        <dsp:cNvPr id="0" name=""/>
        <dsp:cNvSpPr/>
      </dsp:nvSpPr>
      <dsp:spPr>
        <a:xfrm>
          <a:off x="5520578" y="788287"/>
          <a:ext cx="4842568" cy="196267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Font typeface="+mj-lt"/>
            <a:buNone/>
          </a:pPr>
          <a:endParaRPr lang="en-IN" sz="2600" kern="1200" dirty="0"/>
        </a:p>
        <a:p>
          <a:pPr marL="228600" lvl="1" indent="-228600" algn="l" defTabSz="1155700">
            <a:lnSpc>
              <a:spcPct val="90000"/>
            </a:lnSpc>
            <a:spcBef>
              <a:spcPct val="0"/>
            </a:spcBef>
            <a:spcAft>
              <a:spcPct val="15000"/>
            </a:spcAft>
            <a:buFont typeface="+mj-lt"/>
            <a:buAutoNum type="arabicPeriod"/>
          </a:pPr>
          <a:r>
            <a:rPr lang="en-IN" sz="2600" kern="1200" dirty="0">
              <a:solidFill>
                <a:srgbClr val="000000"/>
              </a:solidFill>
              <a:latin typeface="Aptos Narrow" panose="020B0004020202020204" pitchFamily="34" charset="0"/>
            </a:rPr>
            <a:t>Tag printing </a:t>
          </a:r>
          <a:endParaRPr lang="en-IN" sz="2600" b="0" i="0" kern="1200" dirty="0">
            <a:solidFill>
              <a:srgbClr val="000000"/>
            </a:solidFill>
            <a:effectLst/>
            <a:latin typeface="Aptos Narrow" panose="020B0004020202020204" pitchFamily="34" charset="0"/>
          </a:endParaRPr>
        </a:p>
        <a:p>
          <a:pPr marL="228600" lvl="1" indent="-228600" algn="l" defTabSz="1155700">
            <a:lnSpc>
              <a:spcPct val="90000"/>
            </a:lnSpc>
            <a:spcBef>
              <a:spcPct val="0"/>
            </a:spcBef>
            <a:spcAft>
              <a:spcPct val="15000"/>
            </a:spcAft>
            <a:buFont typeface="+mj-lt"/>
            <a:buAutoNum type="arabicPeriod"/>
          </a:pPr>
          <a:r>
            <a:rPr lang="en-IN" sz="2600" kern="1200" dirty="0">
              <a:solidFill>
                <a:srgbClr val="000000"/>
              </a:solidFill>
              <a:latin typeface="Aptos Narrow" panose="020B0004020202020204" pitchFamily="34" charset="0"/>
            </a:rPr>
            <a:t>MHE mapping </a:t>
          </a:r>
        </a:p>
        <a:p>
          <a:pPr marL="228600" lvl="1" indent="-228600" algn="l" defTabSz="1155700">
            <a:lnSpc>
              <a:spcPct val="90000"/>
            </a:lnSpc>
            <a:spcBef>
              <a:spcPct val="0"/>
            </a:spcBef>
            <a:spcAft>
              <a:spcPct val="15000"/>
            </a:spcAft>
            <a:buFont typeface="+mj-lt"/>
            <a:buAutoNum type="arabicPeriod"/>
          </a:pPr>
          <a:r>
            <a:rPr lang="en-IN" sz="2600" kern="1200" dirty="0">
              <a:solidFill>
                <a:srgbClr val="000000"/>
              </a:solidFill>
              <a:latin typeface="Aptos Narrow" panose="020B0004020202020204" pitchFamily="34" charset="0"/>
            </a:rPr>
            <a:t>Production &amp; consumption </a:t>
          </a:r>
        </a:p>
      </dsp:txBody>
      <dsp:txXfrm>
        <a:off x="5520578" y="788287"/>
        <a:ext cx="4842568" cy="1962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1D17A-E5BD-4A05-88B6-5A39FBD3DD7C}">
      <dsp:nvSpPr>
        <dsp:cNvPr id="0" name=""/>
        <dsp:cNvSpPr/>
      </dsp:nvSpPr>
      <dsp:spPr>
        <a:xfrm>
          <a:off x="3896" y="112574"/>
          <a:ext cx="2342852" cy="78537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Arial" panose="020B0604020202020204" pitchFamily="34" charset="0"/>
              <a:cs typeface="Arial" panose="020B0604020202020204" pitchFamily="34" charset="0"/>
            </a:rPr>
            <a:t>System Integrations </a:t>
          </a:r>
          <a:endParaRPr lang="en-IN" sz="2200" b="0" i="0" kern="1200" dirty="0">
            <a:solidFill>
              <a:srgbClr val="000000"/>
            </a:solidFill>
            <a:effectLst/>
            <a:latin typeface="Aptos Narrow" panose="020B0004020202020204" pitchFamily="34" charset="0"/>
          </a:endParaRPr>
        </a:p>
      </dsp:txBody>
      <dsp:txXfrm>
        <a:off x="3896" y="112574"/>
        <a:ext cx="2342852" cy="785370"/>
      </dsp:txXfrm>
    </dsp:sp>
    <dsp:sp modelId="{15F42EA0-5173-4BD1-A2B6-42B37FA08CC5}">
      <dsp:nvSpPr>
        <dsp:cNvPr id="0" name=""/>
        <dsp:cNvSpPr/>
      </dsp:nvSpPr>
      <dsp:spPr>
        <a:xfrm>
          <a:off x="3896" y="897945"/>
          <a:ext cx="2342852" cy="190228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mj-lt"/>
            <a:buAutoNum type="arabicPeriod"/>
          </a:pPr>
          <a:r>
            <a:rPr lang="en-IN" sz="2200" b="0" i="0" kern="1200" dirty="0">
              <a:solidFill>
                <a:srgbClr val="000000"/>
              </a:solidFill>
              <a:effectLst/>
              <a:latin typeface="Aptos Narrow" panose="020B0004020202020204" pitchFamily="34" charset="0"/>
            </a:rPr>
            <a:t> Oracle ERP</a:t>
          </a:r>
        </a:p>
        <a:p>
          <a:pPr marL="228600" lvl="1" indent="-228600" algn="l" defTabSz="977900">
            <a:lnSpc>
              <a:spcPct val="90000"/>
            </a:lnSpc>
            <a:spcBef>
              <a:spcPct val="0"/>
            </a:spcBef>
            <a:spcAft>
              <a:spcPct val="15000"/>
            </a:spcAft>
            <a:buFont typeface="+mj-lt"/>
            <a:buNone/>
          </a:pPr>
          <a:r>
            <a:rPr lang="en-US" sz="2200" b="0" i="0" kern="1200" dirty="0">
              <a:solidFill>
                <a:srgbClr val="000000"/>
              </a:solidFill>
              <a:effectLst/>
              <a:latin typeface="Aptos Narrow" panose="020B0004020202020204" pitchFamily="34" charset="0"/>
            </a:rPr>
            <a:t>2. Scada , PLC</a:t>
          </a:r>
          <a:endParaRPr lang="en-IN" sz="2200" b="0" i="0" kern="1200" dirty="0">
            <a:solidFill>
              <a:srgbClr val="000000"/>
            </a:solidFill>
            <a:effectLst/>
            <a:latin typeface="Aptos Narrow" panose="020B0004020202020204" pitchFamily="34" charset="0"/>
          </a:endParaRPr>
        </a:p>
      </dsp:txBody>
      <dsp:txXfrm>
        <a:off x="3896" y="897945"/>
        <a:ext cx="2342852" cy="1902285"/>
      </dsp:txXfrm>
    </dsp:sp>
    <dsp:sp modelId="{8B0594C7-D666-4DFC-99DB-B706E94761E7}">
      <dsp:nvSpPr>
        <dsp:cNvPr id="0" name=""/>
        <dsp:cNvSpPr/>
      </dsp:nvSpPr>
      <dsp:spPr>
        <a:xfrm>
          <a:off x="2674747" y="112574"/>
          <a:ext cx="2342852" cy="78537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Arial" panose="020B0604020202020204" pitchFamily="34" charset="0"/>
              <a:cs typeface="Arial" panose="020B0604020202020204" pitchFamily="34" charset="0"/>
            </a:rPr>
            <a:t>Quality Control </a:t>
          </a:r>
          <a:endParaRPr lang="en-IN" sz="2200" b="0" i="0" kern="1200" dirty="0">
            <a:solidFill>
              <a:srgbClr val="000000"/>
            </a:solidFill>
            <a:effectLst/>
            <a:latin typeface="Aptos Narrow" panose="020B0004020202020204" pitchFamily="34" charset="0"/>
          </a:endParaRPr>
        </a:p>
      </dsp:txBody>
      <dsp:txXfrm>
        <a:off x="2674747" y="112574"/>
        <a:ext cx="2342852" cy="785370"/>
      </dsp:txXfrm>
    </dsp:sp>
    <dsp:sp modelId="{C70C05A8-49E1-4711-AE6A-17D7CB8B3922}">
      <dsp:nvSpPr>
        <dsp:cNvPr id="0" name=""/>
        <dsp:cNvSpPr/>
      </dsp:nvSpPr>
      <dsp:spPr>
        <a:xfrm>
          <a:off x="2674747" y="897945"/>
          <a:ext cx="2342852" cy="190228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mj-lt"/>
            <a:buAutoNum type="arabicPeriod"/>
          </a:pPr>
          <a:r>
            <a:rPr lang="en-IN" sz="2200" b="0" i="0" kern="1200" dirty="0">
              <a:solidFill>
                <a:srgbClr val="000000"/>
              </a:solidFill>
              <a:effectLst/>
              <a:latin typeface="Aptos Narrow" panose="020B0004020202020204" pitchFamily="34" charset="0"/>
            </a:rPr>
            <a:t>Error proofing  &amp; material validation </a:t>
          </a:r>
          <a:r>
            <a:rPr lang="en-IN" sz="2200" kern="1200" dirty="0">
              <a:solidFill>
                <a:srgbClr val="000000"/>
              </a:solidFill>
              <a:latin typeface="Aptos Narrow" panose="020B0004020202020204" pitchFamily="34" charset="0"/>
            </a:rPr>
            <a:t> </a:t>
          </a:r>
          <a:endParaRPr lang="en-IN" sz="2200" b="0" i="0" kern="1200" dirty="0">
            <a:solidFill>
              <a:srgbClr val="000000"/>
            </a:solidFill>
            <a:effectLst/>
            <a:latin typeface="Aptos Narrow" panose="020B0004020202020204" pitchFamily="34" charset="0"/>
          </a:endParaRPr>
        </a:p>
        <a:p>
          <a:pPr marL="228600" lvl="1" indent="-228600" algn="l" defTabSz="977900">
            <a:lnSpc>
              <a:spcPct val="90000"/>
            </a:lnSpc>
            <a:spcBef>
              <a:spcPct val="0"/>
            </a:spcBef>
            <a:spcAft>
              <a:spcPct val="15000"/>
            </a:spcAft>
            <a:buFont typeface="+mj-lt"/>
            <a:buAutoNum type="arabicPeriod"/>
          </a:pPr>
          <a:r>
            <a:rPr lang="en-IN" sz="2200" kern="1200" dirty="0">
              <a:solidFill>
                <a:srgbClr val="000000"/>
              </a:solidFill>
              <a:latin typeface="Aptos Narrow" panose="020B0004020202020204" pitchFamily="34" charset="0"/>
            </a:rPr>
            <a:t>Material Aging and FIFO control </a:t>
          </a:r>
        </a:p>
      </dsp:txBody>
      <dsp:txXfrm>
        <a:off x="2674747" y="897945"/>
        <a:ext cx="2342852" cy="1902285"/>
      </dsp:txXfrm>
    </dsp:sp>
    <dsp:sp modelId="{EA1D6469-9BE3-4078-9549-C9698388DD26}">
      <dsp:nvSpPr>
        <dsp:cNvPr id="0" name=""/>
        <dsp:cNvSpPr/>
      </dsp:nvSpPr>
      <dsp:spPr>
        <a:xfrm>
          <a:off x="5345599" y="112574"/>
          <a:ext cx="2342852" cy="78537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Arial" panose="020B0604020202020204" pitchFamily="34" charset="0"/>
              <a:cs typeface="Arial" panose="020B0604020202020204" pitchFamily="34" charset="0"/>
            </a:rPr>
            <a:t>Warehouse </a:t>
          </a:r>
          <a:endParaRPr lang="en-IN" sz="2200" b="0" i="0" kern="1200" dirty="0">
            <a:solidFill>
              <a:srgbClr val="000000"/>
            </a:solidFill>
            <a:effectLst/>
            <a:latin typeface="Aptos Narrow" panose="020B0004020202020204" pitchFamily="34" charset="0"/>
          </a:endParaRPr>
        </a:p>
      </dsp:txBody>
      <dsp:txXfrm>
        <a:off x="5345599" y="112574"/>
        <a:ext cx="2342852" cy="785370"/>
      </dsp:txXfrm>
    </dsp:sp>
    <dsp:sp modelId="{37285B1F-1F65-4B50-8FDA-1FCB2467850D}">
      <dsp:nvSpPr>
        <dsp:cNvPr id="0" name=""/>
        <dsp:cNvSpPr/>
      </dsp:nvSpPr>
      <dsp:spPr>
        <a:xfrm>
          <a:off x="5345599" y="897945"/>
          <a:ext cx="2342852" cy="190228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mj-lt"/>
            <a:buAutoNum type="arabicPeriod"/>
          </a:pPr>
          <a:r>
            <a:rPr lang="en-IN" sz="2200" b="0" i="0" kern="1200" dirty="0">
              <a:solidFill>
                <a:srgbClr val="000000"/>
              </a:solidFill>
              <a:effectLst/>
              <a:latin typeface="Aptos Narrow" panose="020B0004020202020204" pitchFamily="34" charset="0"/>
            </a:rPr>
            <a:t>RM</a:t>
          </a:r>
          <a:r>
            <a:rPr lang="en-IN" sz="2200" kern="1200" dirty="0">
              <a:solidFill>
                <a:srgbClr val="000000"/>
              </a:solidFill>
              <a:latin typeface="Aptos Narrow" panose="020B0004020202020204" pitchFamily="34" charset="0"/>
            </a:rPr>
            <a:t>S Integration</a:t>
          </a:r>
          <a:endParaRPr lang="en-IN" sz="2200" b="0" i="0" kern="1200" dirty="0">
            <a:solidFill>
              <a:srgbClr val="000000"/>
            </a:solidFill>
            <a:effectLst/>
            <a:latin typeface="Aptos Narrow" panose="020B0004020202020204" pitchFamily="34" charset="0"/>
          </a:endParaRPr>
        </a:p>
        <a:p>
          <a:pPr marL="228600" lvl="1" indent="-228600" algn="l" defTabSz="977900">
            <a:lnSpc>
              <a:spcPct val="90000"/>
            </a:lnSpc>
            <a:spcBef>
              <a:spcPct val="0"/>
            </a:spcBef>
            <a:spcAft>
              <a:spcPct val="15000"/>
            </a:spcAft>
            <a:buFont typeface="+mj-lt"/>
            <a:buAutoNum type="arabicPeriod"/>
          </a:pPr>
          <a:r>
            <a:rPr lang="en-IN" sz="2200" b="0" i="0" kern="1200" dirty="0">
              <a:solidFill>
                <a:srgbClr val="000000"/>
              </a:solidFill>
              <a:effectLst/>
              <a:latin typeface="Aptos Narrow" panose="020B0004020202020204" pitchFamily="34" charset="0"/>
            </a:rPr>
            <a:t>Shopfloor material movement </a:t>
          </a:r>
        </a:p>
      </dsp:txBody>
      <dsp:txXfrm>
        <a:off x="5345599" y="897945"/>
        <a:ext cx="2342852" cy="1902285"/>
      </dsp:txXfrm>
    </dsp:sp>
    <dsp:sp modelId="{594A50A2-B316-475B-97A7-AC3BF16F9AF9}">
      <dsp:nvSpPr>
        <dsp:cNvPr id="0" name=""/>
        <dsp:cNvSpPr/>
      </dsp:nvSpPr>
      <dsp:spPr>
        <a:xfrm>
          <a:off x="8016450" y="112574"/>
          <a:ext cx="2342852" cy="78537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a:latin typeface="Arial" panose="020B0604020202020204" pitchFamily="34" charset="0"/>
              <a:cs typeface="Arial" panose="020B0604020202020204" pitchFamily="34" charset="0"/>
            </a:rPr>
            <a:t>Reports</a:t>
          </a:r>
          <a:endParaRPr lang="en-IN" sz="2200" b="0" i="0" kern="1200" dirty="0">
            <a:solidFill>
              <a:srgbClr val="000000"/>
            </a:solidFill>
            <a:effectLst/>
            <a:latin typeface="Aptos Narrow" panose="020B0004020202020204" pitchFamily="34" charset="0"/>
          </a:endParaRPr>
        </a:p>
      </dsp:txBody>
      <dsp:txXfrm>
        <a:off x="8016450" y="112574"/>
        <a:ext cx="2342852" cy="785370"/>
      </dsp:txXfrm>
    </dsp:sp>
    <dsp:sp modelId="{1970FA7A-AB71-416E-9F87-4337492A9F4B}">
      <dsp:nvSpPr>
        <dsp:cNvPr id="0" name=""/>
        <dsp:cNvSpPr/>
      </dsp:nvSpPr>
      <dsp:spPr>
        <a:xfrm>
          <a:off x="8016450" y="897945"/>
          <a:ext cx="2342852" cy="190228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mj-lt"/>
            <a:buAutoNum type="arabicPeriod"/>
          </a:pPr>
          <a:r>
            <a:rPr lang="en-IN" sz="2200" b="0" i="0" kern="1200" dirty="0">
              <a:solidFill>
                <a:srgbClr val="000000"/>
              </a:solidFill>
              <a:effectLst/>
              <a:latin typeface="Aptos Narrow" panose="020B0004020202020204" pitchFamily="34" charset="0"/>
            </a:rPr>
            <a:t>Production , consumption report </a:t>
          </a:r>
        </a:p>
        <a:p>
          <a:pPr marL="228600" lvl="1" indent="-228600" algn="l" defTabSz="977900">
            <a:lnSpc>
              <a:spcPct val="90000"/>
            </a:lnSpc>
            <a:spcBef>
              <a:spcPct val="0"/>
            </a:spcBef>
            <a:spcAft>
              <a:spcPct val="15000"/>
            </a:spcAft>
            <a:buFont typeface="+mj-lt"/>
            <a:buAutoNum type="arabicPeriod"/>
          </a:pPr>
          <a:r>
            <a:rPr lang="en-IN" sz="2200" b="0" i="0" kern="1200" dirty="0">
              <a:solidFill>
                <a:srgbClr val="000000"/>
              </a:solidFill>
              <a:effectLst/>
              <a:latin typeface="Aptos Narrow" panose="020B0004020202020204" pitchFamily="34" charset="0"/>
            </a:rPr>
            <a:t>Traceability report </a:t>
          </a:r>
        </a:p>
      </dsp:txBody>
      <dsp:txXfrm>
        <a:off x="8016450" y="897945"/>
        <a:ext cx="2342852" cy="19022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B7E2AA-23B2-4189-BDE6-09376E21F7B3}">
      <dsp:nvSpPr>
        <dsp:cNvPr id="0" name=""/>
        <dsp:cNvSpPr/>
      </dsp:nvSpPr>
      <dsp:spPr>
        <a:xfrm>
          <a:off x="-4188403" y="-647295"/>
          <a:ext cx="5026539" cy="5026539"/>
        </a:xfrm>
        <a:prstGeom prst="blockArc">
          <a:avLst>
            <a:gd name="adj1" fmla="val 18900000"/>
            <a:gd name="adj2" fmla="val 2700000"/>
            <a:gd name="adj3" fmla="val 430"/>
          </a:avLst>
        </a:prstGeom>
        <a:noFill/>
        <a:ln w="1079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FD6BDA-89D7-4288-957F-86F3C0CA022F}">
      <dsp:nvSpPr>
        <dsp:cNvPr id="0" name=""/>
        <dsp:cNvSpPr/>
      </dsp:nvSpPr>
      <dsp:spPr>
        <a:xfrm>
          <a:off x="686025" y="533146"/>
          <a:ext cx="5338327" cy="1066143"/>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251" tIns="55880" rIns="55880" bIns="55880" numCol="1" spcCol="1270" anchor="ctr" anchorCtr="0">
          <a:noAutofit/>
        </a:bodyPr>
        <a:lstStyle/>
        <a:p>
          <a:pPr marL="0" lvl="0" indent="0" algn="l" defTabSz="977900">
            <a:lnSpc>
              <a:spcPct val="90000"/>
            </a:lnSpc>
            <a:spcBef>
              <a:spcPct val="0"/>
            </a:spcBef>
            <a:spcAft>
              <a:spcPct val="35000"/>
            </a:spcAft>
            <a:buNone/>
          </a:pPr>
          <a:endParaRPr lang="en-IN" sz="2200" kern="1200" dirty="0"/>
        </a:p>
      </dsp:txBody>
      <dsp:txXfrm>
        <a:off x="686025" y="533146"/>
        <a:ext cx="5338327" cy="1066143"/>
      </dsp:txXfrm>
    </dsp:sp>
    <dsp:sp modelId="{22955CBE-0726-4265-8BC5-3A5CEE45300D}">
      <dsp:nvSpPr>
        <dsp:cNvPr id="0" name=""/>
        <dsp:cNvSpPr/>
      </dsp:nvSpPr>
      <dsp:spPr>
        <a:xfrm>
          <a:off x="19686" y="399878"/>
          <a:ext cx="1332678" cy="1332678"/>
        </a:xfrm>
        <a:prstGeom prst="ellipse">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0AC605-DFC4-438F-9AD2-13EC25D33E22}">
      <dsp:nvSpPr>
        <dsp:cNvPr id="0" name=""/>
        <dsp:cNvSpPr/>
      </dsp:nvSpPr>
      <dsp:spPr>
        <a:xfrm>
          <a:off x="686025" y="2132659"/>
          <a:ext cx="5338327" cy="1066143"/>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251" tIns="55880" rIns="55880" bIns="55880" numCol="1" spcCol="1270" anchor="t" anchorCtr="0">
          <a:noAutofit/>
        </a:bodyPr>
        <a:lstStyle/>
        <a:p>
          <a:pPr marL="0" lvl="0" indent="0" algn="l" defTabSz="977900">
            <a:lnSpc>
              <a:spcPct val="90000"/>
            </a:lnSpc>
            <a:spcBef>
              <a:spcPct val="0"/>
            </a:spcBef>
            <a:spcAft>
              <a:spcPct val="35000"/>
            </a:spcAft>
            <a:buNone/>
          </a:pPr>
          <a:r>
            <a:rPr lang="en-IN" sz="2200" kern="1200" dirty="0"/>
            <a:t>Smart MES Portfolio</a:t>
          </a:r>
        </a:p>
        <a:p>
          <a:pPr marL="171450" lvl="1" indent="-171450" algn="l" defTabSz="755650">
            <a:lnSpc>
              <a:spcPct val="90000"/>
            </a:lnSpc>
            <a:spcBef>
              <a:spcPct val="0"/>
            </a:spcBef>
            <a:spcAft>
              <a:spcPct val="15000"/>
            </a:spcAft>
            <a:buChar char="•"/>
          </a:pPr>
          <a:r>
            <a:rPr lang="en-IN" sz="1700" kern="1200" dirty="0"/>
            <a:t>Tailoring Smart MES solution to provide single solution catering all the requirement.</a:t>
          </a:r>
        </a:p>
      </dsp:txBody>
      <dsp:txXfrm>
        <a:off x="686025" y="2132659"/>
        <a:ext cx="5338327" cy="1066143"/>
      </dsp:txXfrm>
    </dsp:sp>
    <dsp:sp modelId="{A8820B0A-BA75-49C2-9609-108B99A68EF2}">
      <dsp:nvSpPr>
        <dsp:cNvPr id="0" name=""/>
        <dsp:cNvSpPr/>
      </dsp:nvSpPr>
      <dsp:spPr>
        <a:xfrm>
          <a:off x="19686" y="1999391"/>
          <a:ext cx="1332678" cy="1332678"/>
        </a:xfrm>
        <a:prstGeom prst="ellipse">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361B8-5805-41AF-BEF1-C9468BA9DFEA}" type="datetimeFigureOut">
              <a:rPr lang="en-IN" smtClean="0"/>
              <a:t>05-06-2025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C3B4E9-5EB1-4E9F-888D-348D512020A7}" type="slidenum">
              <a:rPr lang="en-IN" smtClean="0"/>
              <a:t>‹#›</a:t>
            </a:fld>
            <a:endParaRPr lang="en-IN"/>
          </a:p>
        </p:txBody>
      </p:sp>
    </p:spTree>
    <p:extLst>
      <p:ext uri="{BB962C8B-B14F-4D97-AF65-F5344CB8AC3E}">
        <p14:creationId xmlns:p14="http://schemas.microsoft.com/office/powerpoint/2010/main" val="912837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spTree>
      <p:nvGrpSpPr>
        <p:cNvPr id="1" name=""/>
        <p:cNvGrpSpPr/>
        <p:nvPr/>
      </p:nvGrpSpPr>
      <p:grpSpPr>
        <a:xfrm>
          <a:off x="0" y="0"/>
          <a:ext cx="0" cy="0"/>
          <a:chOff x="0" y="0"/>
          <a:chExt cx="0" cy="0"/>
        </a:xfrm>
      </p:grpSpPr>
      <p:pic>
        <p:nvPicPr>
          <p:cNvPr id="7" name="Grafik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334256"/>
            <a:ext cx="12192000" cy="2523744"/>
          </a:xfrm>
          <a:prstGeom prst="rect">
            <a:avLst/>
          </a:prstGeom>
        </p:spPr>
      </p:pic>
      <p:sp>
        <p:nvSpPr>
          <p:cNvPr id="8" name="Textplatzhalter 4"/>
          <p:cNvSpPr>
            <a:spLocks noGrp="1"/>
          </p:cNvSpPr>
          <p:nvPr>
            <p:ph type="body" sz="quarter" idx="13"/>
          </p:nvPr>
        </p:nvSpPr>
        <p:spPr>
          <a:xfrm>
            <a:off x="384000" y="4689600"/>
            <a:ext cx="8112000" cy="457200"/>
          </a:xfrm>
          <a:noFill/>
        </p:spPr>
        <p:txBody>
          <a:bodyPr anchor="ctr">
            <a:noAutofit/>
          </a:bodyPr>
          <a:lstStyle>
            <a:lvl1pPr marL="0" indent="0">
              <a:lnSpc>
                <a:spcPct val="90000"/>
              </a:lnSpc>
              <a:spcBef>
                <a:spcPts val="1000"/>
              </a:spcBef>
              <a:spcAft>
                <a:spcPts val="0"/>
              </a:spcAft>
              <a:buNone/>
              <a:defRPr sz="3200" b="1" cap="all" baseline="0">
                <a:solidFill>
                  <a:schemeClr val="tx1"/>
                </a:solidFill>
              </a:defRPr>
            </a:lvl1pPr>
          </a:lstStyle>
          <a:p>
            <a:pPr lvl="0"/>
            <a:r>
              <a:rPr lang="en-US"/>
              <a:t>Click to edit Master text styles</a:t>
            </a:r>
          </a:p>
        </p:txBody>
      </p:sp>
      <p:sp>
        <p:nvSpPr>
          <p:cNvPr id="9" name="Untertitel 2"/>
          <p:cNvSpPr>
            <a:spLocks noGrp="1"/>
          </p:cNvSpPr>
          <p:nvPr>
            <p:ph type="subTitle" idx="1"/>
          </p:nvPr>
        </p:nvSpPr>
        <p:spPr>
          <a:xfrm>
            <a:off x="384000" y="5165888"/>
            <a:ext cx="8112000" cy="456000"/>
          </a:xfrm>
        </p:spPr>
        <p:txBody>
          <a:bodyPr anchor="ctr">
            <a:normAutofit/>
          </a:bodyPr>
          <a:lstStyle>
            <a:lvl1pPr marL="0" indent="0" algn="l">
              <a:spcAft>
                <a:spcPts val="0"/>
              </a:spcAft>
              <a:buNone/>
              <a:defRPr sz="2400" b="1">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a:t>Click to edit Master subtitle style</a:t>
            </a:r>
            <a:endParaRPr lang="de-DE" dirty="0"/>
          </a:p>
        </p:txBody>
      </p:sp>
      <p:sp>
        <p:nvSpPr>
          <p:cNvPr id="20" name="Bildplatzhalter 19"/>
          <p:cNvSpPr>
            <a:spLocks noGrp="1"/>
          </p:cNvSpPr>
          <p:nvPr>
            <p:ph type="pic" sz="quarter" idx="14"/>
          </p:nvPr>
        </p:nvSpPr>
        <p:spPr>
          <a:xfrm>
            <a:off x="0" y="1"/>
            <a:ext cx="12192000" cy="4334400"/>
          </a:xfrm>
          <a:noFill/>
        </p:spPr>
        <p:txBody>
          <a:bodyPr/>
          <a:lstStyle>
            <a:lvl1pPr marL="0" indent="0">
              <a:buFontTx/>
              <a:buNone/>
              <a:defRPr/>
            </a:lvl1pPr>
          </a:lstStyle>
          <a:p>
            <a:r>
              <a:rPr lang="en-US"/>
              <a:t>Click icon to add picture</a:t>
            </a:r>
            <a:endParaRPr lang="en-US" dirty="0"/>
          </a:p>
        </p:txBody>
      </p:sp>
      <p:pic>
        <p:nvPicPr>
          <p:cNvPr id="12" name="Grafik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96000" y="5702400"/>
            <a:ext cx="2505600" cy="859229"/>
          </a:xfrm>
          <a:prstGeom prst="rect">
            <a:avLst/>
          </a:prstGeom>
          <a:effectLst>
            <a:outerShdw blurRad="38100" dist="12700" dir="3600000" algn="ctr" rotWithShape="0">
              <a:srgbClr val="000000">
                <a:alpha val="60000"/>
              </a:srgbClr>
            </a:outerShdw>
          </a:effectLst>
        </p:spPr>
      </p:pic>
      <p:grpSp>
        <p:nvGrpSpPr>
          <p:cNvPr id="6" name="Group 5">
            <a:extLst>
              <a:ext uri="{FF2B5EF4-FFF2-40B4-BE49-F238E27FC236}">
                <a16:creationId xmlns:a16="http://schemas.microsoft.com/office/drawing/2014/main" id="{BCF76717-6819-49FA-B4FE-86A075EC4D24}"/>
              </a:ext>
            </a:extLst>
          </p:cNvPr>
          <p:cNvGrpSpPr/>
          <p:nvPr/>
        </p:nvGrpSpPr>
        <p:grpSpPr>
          <a:xfrm>
            <a:off x="-9600" y="5702400"/>
            <a:ext cx="2505600" cy="859229"/>
            <a:chOff x="-7200" y="4276800"/>
            <a:chExt cx="1879200" cy="644422"/>
          </a:xfrm>
        </p:grpSpPr>
        <p:grpSp>
          <p:nvGrpSpPr>
            <p:cNvPr id="5" name="Group 4">
              <a:extLst>
                <a:ext uri="{FF2B5EF4-FFF2-40B4-BE49-F238E27FC236}">
                  <a16:creationId xmlns:a16="http://schemas.microsoft.com/office/drawing/2014/main" id="{28377968-E43F-4A4B-9243-5BD72799435E}"/>
                </a:ext>
              </a:extLst>
            </p:cNvPr>
            <p:cNvGrpSpPr/>
            <p:nvPr/>
          </p:nvGrpSpPr>
          <p:grpSpPr>
            <a:xfrm>
              <a:off x="-7200" y="4276800"/>
              <a:ext cx="1879200" cy="644422"/>
              <a:chOff x="-7200" y="4276800"/>
              <a:chExt cx="1879200" cy="644422"/>
            </a:xfrm>
          </p:grpSpPr>
          <p:pic>
            <p:nvPicPr>
              <p:cNvPr id="10" name="Grafik 11">
                <a:extLst>
                  <a:ext uri="{FF2B5EF4-FFF2-40B4-BE49-F238E27FC236}">
                    <a16:creationId xmlns:a16="http://schemas.microsoft.com/office/drawing/2014/main" id="{E7CAC586-8662-4F9E-8E17-C29CFA4805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 y="4276800"/>
                <a:ext cx="1879200" cy="644422"/>
              </a:xfrm>
              <a:prstGeom prst="rect">
                <a:avLst/>
              </a:prstGeom>
              <a:effectLst>
                <a:outerShdw blurRad="38100" dist="12700" dir="3600000" algn="ctr" rotWithShape="0">
                  <a:srgbClr val="000000">
                    <a:alpha val="60000"/>
                  </a:srgbClr>
                </a:outerShdw>
              </a:effectLst>
            </p:spPr>
          </p:pic>
          <p:sp>
            <p:nvSpPr>
              <p:cNvPr id="4" name="Rectangle 3">
                <a:extLst>
                  <a:ext uri="{FF2B5EF4-FFF2-40B4-BE49-F238E27FC236}">
                    <a16:creationId xmlns:a16="http://schemas.microsoft.com/office/drawing/2014/main" id="{CAC0CD20-4A27-4B0C-BB10-854D5076AB81}"/>
                  </a:ext>
                </a:extLst>
              </p:cNvPr>
              <p:cNvSpPr/>
              <p:nvPr/>
            </p:nvSpPr>
            <p:spPr>
              <a:xfrm>
                <a:off x="107504" y="4357516"/>
                <a:ext cx="1512168" cy="44648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grpSp>
        <p:pic>
          <p:nvPicPr>
            <p:cNvPr id="3" name="Picture 2" descr="Logo, company name&#10;&#10;Description automatically generated">
              <a:extLst>
                <a:ext uri="{FF2B5EF4-FFF2-40B4-BE49-F238E27FC236}">
                  <a16:creationId xmlns:a16="http://schemas.microsoft.com/office/drawing/2014/main" id="{6CB32BB0-0EC9-41BF-9055-14ED77AE70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2807" y="4291569"/>
              <a:ext cx="801562" cy="614883"/>
            </a:xfrm>
            <a:prstGeom prst="rect">
              <a:avLst/>
            </a:prstGeom>
          </p:spPr>
        </p:pic>
      </p:grpSp>
    </p:spTree>
    <p:extLst>
      <p:ext uri="{BB962C8B-B14F-4D97-AF65-F5344CB8AC3E}">
        <p14:creationId xmlns:p14="http://schemas.microsoft.com/office/powerpoint/2010/main" val="3716518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8" name="Textplatzhalter 4"/>
          <p:cNvSpPr>
            <a:spLocks noGrp="1"/>
          </p:cNvSpPr>
          <p:nvPr>
            <p:ph type="body" sz="quarter" idx="13"/>
          </p:nvPr>
        </p:nvSpPr>
        <p:spPr>
          <a:xfrm>
            <a:off x="384000" y="4689600"/>
            <a:ext cx="8112000" cy="457200"/>
          </a:xfrm>
          <a:noFill/>
        </p:spPr>
        <p:txBody>
          <a:bodyPr anchor="ctr">
            <a:noAutofit/>
          </a:bodyPr>
          <a:lstStyle>
            <a:lvl1pPr marL="0" indent="0">
              <a:lnSpc>
                <a:spcPct val="90000"/>
              </a:lnSpc>
              <a:spcBef>
                <a:spcPts val="1000"/>
              </a:spcBef>
              <a:spcAft>
                <a:spcPts val="0"/>
              </a:spcAft>
              <a:buNone/>
              <a:defRPr sz="3200" b="1" cap="all" baseline="0">
                <a:solidFill>
                  <a:schemeClr val="accent1"/>
                </a:solidFill>
              </a:defRPr>
            </a:lvl1pPr>
          </a:lstStyle>
          <a:p>
            <a:pPr lvl="0"/>
            <a:r>
              <a:rPr lang="en-US"/>
              <a:t>Click to edit Master text styles</a:t>
            </a:r>
          </a:p>
        </p:txBody>
      </p:sp>
      <p:sp>
        <p:nvSpPr>
          <p:cNvPr id="9" name="Untertitel 2"/>
          <p:cNvSpPr>
            <a:spLocks noGrp="1"/>
          </p:cNvSpPr>
          <p:nvPr>
            <p:ph type="subTitle" idx="1"/>
          </p:nvPr>
        </p:nvSpPr>
        <p:spPr>
          <a:xfrm>
            <a:off x="384000" y="5165888"/>
            <a:ext cx="8112000" cy="456000"/>
          </a:xfrm>
        </p:spPr>
        <p:txBody>
          <a:bodyPr anchor="ctr">
            <a:normAutofit/>
          </a:bodyPr>
          <a:lstStyle>
            <a:lvl1pPr marL="0" indent="0" algn="l">
              <a:spcAft>
                <a:spcPts val="0"/>
              </a:spcAft>
              <a:buNone/>
              <a:defRPr sz="2400" b="1">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a:t>Click to edit Master subtitle style</a:t>
            </a:r>
            <a:endParaRPr lang="de-DE" dirty="0"/>
          </a:p>
        </p:txBody>
      </p:sp>
      <p:sp>
        <p:nvSpPr>
          <p:cNvPr id="20" name="Bildplatzhalter 19"/>
          <p:cNvSpPr>
            <a:spLocks noGrp="1"/>
          </p:cNvSpPr>
          <p:nvPr>
            <p:ph type="pic" sz="quarter" idx="14"/>
          </p:nvPr>
        </p:nvSpPr>
        <p:spPr>
          <a:xfrm>
            <a:off x="0" y="1"/>
            <a:ext cx="12192000" cy="4334400"/>
          </a:xfrm>
          <a:noFill/>
        </p:spPr>
        <p:txBody>
          <a:bodyPr/>
          <a:lstStyle>
            <a:lvl1pPr marL="0" indent="0">
              <a:buFontTx/>
              <a:buNone/>
              <a:defRPr/>
            </a:lvl1pPr>
          </a:lstStyle>
          <a:p>
            <a:r>
              <a:rPr lang="en-US"/>
              <a:t>Click icon to add picture</a:t>
            </a:r>
            <a:endParaRPr lang="en-US" dirty="0"/>
          </a:p>
        </p:txBody>
      </p:sp>
      <p:pic>
        <p:nvPicPr>
          <p:cNvPr id="12" name="Grafik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96000" y="5702400"/>
            <a:ext cx="2505600" cy="859229"/>
          </a:xfrm>
          <a:prstGeom prst="rect">
            <a:avLst/>
          </a:prstGeom>
          <a:effectLst>
            <a:outerShdw blurRad="38100" dist="12700" dir="3600000" algn="ctr" rotWithShape="0">
              <a:srgbClr val="000000">
                <a:alpha val="60000"/>
              </a:srgbClr>
            </a:outerShdw>
          </a:effectLst>
        </p:spPr>
      </p:pic>
      <p:sp>
        <p:nvSpPr>
          <p:cNvPr id="7" name="Rectangle 6">
            <a:extLst>
              <a:ext uri="{FF2B5EF4-FFF2-40B4-BE49-F238E27FC236}">
                <a16:creationId xmlns:a16="http://schemas.microsoft.com/office/drawing/2014/main" id="{86EE9238-0511-42FC-B753-D37E870DCDC9}"/>
              </a:ext>
            </a:extLst>
          </p:cNvPr>
          <p:cNvSpPr/>
          <p:nvPr/>
        </p:nvSpPr>
        <p:spPr>
          <a:xfrm>
            <a:off x="384000" y="6132014"/>
            <a:ext cx="2016224" cy="595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10" name="Picture 9" descr="Logo, company name&#10;&#10;Description automatically generated">
            <a:extLst>
              <a:ext uri="{FF2B5EF4-FFF2-40B4-BE49-F238E27FC236}">
                <a16:creationId xmlns:a16="http://schemas.microsoft.com/office/drawing/2014/main" id="{D9341E04-100E-47C3-8DA9-048B73CDAE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076" y="5722093"/>
            <a:ext cx="1068749" cy="819844"/>
          </a:xfrm>
          <a:prstGeom prst="rect">
            <a:avLst/>
          </a:prstGeom>
        </p:spPr>
      </p:pic>
      <p:grpSp>
        <p:nvGrpSpPr>
          <p:cNvPr id="11" name="Group 10">
            <a:extLst>
              <a:ext uri="{FF2B5EF4-FFF2-40B4-BE49-F238E27FC236}">
                <a16:creationId xmlns:a16="http://schemas.microsoft.com/office/drawing/2014/main" id="{58CC905B-6725-4AD9-84BE-E3A811E845BC}"/>
              </a:ext>
            </a:extLst>
          </p:cNvPr>
          <p:cNvGrpSpPr/>
          <p:nvPr/>
        </p:nvGrpSpPr>
        <p:grpSpPr>
          <a:xfrm>
            <a:off x="-9600" y="5702400"/>
            <a:ext cx="2505600" cy="859229"/>
            <a:chOff x="-7200" y="4276800"/>
            <a:chExt cx="1879200" cy="644422"/>
          </a:xfrm>
        </p:grpSpPr>
        <p:grpSp>
          <p:nvGrpSpPr>
            <p:cNvPr id="13" name="Group 12">
              <a:extLst>
                <a:ext uri="{FF2B5EF4-FFF2-40B4-BE49-F238E27FC236}">
                  <a16:creationId xmlns:a16="http://schemas.microsoft.com/office/drawing/2014/main" id="{1780C939-6333-414A-9A72-20B58B5C9C2D}"/>
                </a:ext>
              </a:extLst>
            </p:cNvPr>
            <p:cNvGrpSpPr/>
            <p:nvPr/>
          </p:nvGrpSpPr>
          <p:grpSpPr>
            <a:xfrm>
              <a:off x="-7200" y="4276800"/>
              <a:ext cx="1879200" cy="644422"/>
              <a:chOff x="-7200" y="4276800"/>
              <a:chExt cx="1879200" cy="644422"/>
            </a:xfrm>
          </p:grpSpPr>
          <p:pic>
            <p:nvPicPr>
              <p:cNvPr id="15" name="Grafik 11">
                <a:extLst>
                  <a:ext uri="{FF2B5EF4-FFF2-40B4-BE49-F238E27FC236}">
                    <a16:creationId xmlns:a16="http://schemas.microsoft.com/office/drawing/2014/main" id="{3E07A7C2-EEAA-4302-BD4B-7E548A5A39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 y="4276800"/>
                <a:ext cx="1879200" cy="644422"/>
              </a:xfrm>
              <a:prstGeom prst="rect">
                <a:avLst/>
              </a:prstGeom>
              <a:effectLst>
                <a:outerShdw blurRad="38100" dist="12700" dir="3600000" algn="ctr" rotWithShape="0">
                  <a:srgbClr val="000000">
                    <a:alpha val="60000"/>
                  </a:srgbClr>
                </a:outerShdw>
              </a:effectLst>
            </p:spPr>
          </p:pic>
          <p:sp>
            <p:nvSpPr>
              <p:cNvPr id="16" name="Rectangle 15">
                <a:extLst>
                  <a:ext uri="{FF2B5EF4-FFF2-40B4-BE49-F238E27FC236}">
                    <a16:creationId xmlns:a16="http://schemas.microsoft.com/office/drawing/2014/main" id="{DCA4706F-B47B-48C4-8DCD-458C2868FB2D}"/>
                  </a:ext>
                </a:extLst>
              </p:cNvPr>
              <p:cNvSpPr/>
              <p:nvPr/>
            </p:nvSpPr>
            <p:spPr>
              <a:xfrm>
                <a:off x="107504" y="4357516"/>
                <a:ext cx="1512168" cy="44648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grpSp>
        <p:pic>
          <p:nvPicPr>
            <p:cNvPr id="14" name="Picture 13" descr="Logo, company name&#10;&#10;Description automatically generated">
              <a:extLst>
                <a:ext uri="{FF2B5EF4-FFF2-40B4-BE49-F238E27FC236}">
                  <a16:creationId xmlns:a16="http://schemas.microsoft.com/office/drawing/2014/main" id="{589DA19B-5054-4131-A615-A2DA594010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2807" y="4291569"/>
              <a:ext cx="801562" cy="614883"/>
            </a:xfrm>
            <a:prstGeom prst="rect">
              <a:avLst/>
            </a:prstGeom>
          </p:spPr>
        </p:pic>
      </p:grpSp>
    </p:spTree>
    <p:extLst>
      <p:ext uri="{BB962C8B-B14F-4D97-AF65-F5344CB8AC3E}">
        <p14:creationId xmlns:p14="http://schemas.microsoft.com/office/powerpoint/2010/main" val="1456283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line only">
    <p:spTree>
      <p:nvGrpSpPr>
        <p:cNvPr id="1" name=""/>
        <p:cNvGrpSpPr/>
        <p:nvPr/>
      </p:nvGrpSpPr>
      <p:grpSpPr>
        <a:xfrm>
          <a:off x="0" y="0"/>
          <a:ext cx="0" cy="0"/>
          <a:chOff x="0" y="0"/>
          <a:chExt cx="0" cy="0"/>
        </a:xfrm>
      </p:grpSpPr>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3"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4"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5"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pic>
        <p:nvPicPr>
          <p:cNvPr id="8" name="Picture 7" descr="Logo, company name&#10;&#10;Description automatically generated">
            <a:extLst>
              <a:ext uri="{FF2B5EF4-FFF2-40B4-BE49-F238E27FC236}">
                <a16:creationId xmlns:a16="http://schemas.microsoft.com/office/drawing/2014/main" id="{6883C598-92BF-46B1-8F01-EFA320F808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118142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line only_2">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9184"/>
            <a:ext cx="12192000" cy="5348224"/>
          </a:xfrm>
          <a:prstGeom prst="rect">
            <a:avLst/>
          </a:prstGeom>
        </p:spPr>
      </p:pic>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2"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3"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4"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pic>
        <p:nvPicPr>
          <p:cNvPr id="10" name="Picture 9" descr="Logo, company name&#10;&#10;Description automatically generated">
            <a:extLst>
              <a:ext uri="{FF2B5EF4-FFF2-40B4-BE49-F238E27FC236}">
                <a16:creationId xmlns:a16="http://schemas.microsoft.com/office/drawing/2014/main" id="{042FBFE1-CA78-4186-81AF-320F59D33E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1775389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ictures 6">
    <p:spTree>
      <p:nvGrpSpPr>
        <p:cNvPr id="1" name=""/>
        <p:cNvGrpSpPr/>
        <p:nvPr/>
      </p:nvGrpSpPr>
      <p:grpSpPr>
        <a:xfrm>
          <a:off x="0" y="0"/>
          <a:ext cx="0" cy="0"/>
          <a:chOff x="0" y="0"/>
          <a:chExt cx="0" cy="0"/>
        </a:xfrm>
      </p:grpSpPr>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3"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4"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5"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3" name="Bildplatzhalter 2"/>
          <p:cNvSpPr>
            <a:spLocks noGrp="1"/>
          </p:cNvSpPr>
          <p:nvPr>
            <p:ph type="pic" sz="quarter" idx="14"/>
          </p:nvPr>
        </p:nvSpPr>
        <p:spPr>
          <a:xfrm>
            <a:off x="4492419" y="1509184"/>
            <a:ext cx="3406256" cy="1919816"/>
          </a:xfrm>
        </p:spPr>
        <p:txBody>
          <a:bodyPr/>
          <a:lstStyle>
            <a:lvl1pPr marL="0" indent="0">
              <a:buNone/>
              <a:defRPr/>
            </a:lvl1pPr>
          </a:lstStyle>
          <a:p>
            <a:r>
              <a:rPr lang="en-US"/>
              <a:t>Click icon to add picture</a:t>
            </a:r>
            <a:endParaRPr lang="en-US" dirty="0"/>
          </a:p>
        </p:txBody>
      </p:sp>
      <p:sp>
        <p:nvSpPr>
          <p:cNvPr id="12" name="Bildplatzhalter 2"/>
          <p:cNvSpPr>
            <a:spLocks noGrp="1"/>
          </p:cNvSpPr>
          <p:nvPr>
            <p:ph type="pic" sz="quarter" idx="15"/>
          </p:nvPr>
        </p:nvSpPr>
        <p:spPr>
          <a:xfrm>
            <a:off x="436800" y="1509184"/>
            <a:ext cx="3406256" cy="1919816"/>
          </a:xfrm>
        </p:spPr>
        <p:txBody>
          <a:bodyPr/>
          <a:lstStyle>
            <a:lvl1pPr marL="0" indent="0">
              <a:buNone/>
              <a:defRPr/>
            </a:lvl1pPr>
          </a:lstStyle>
          <a:p>
            <a:r>
              <a:rPr lang="en-US"/>
              <a:t>Click icon to add picture</a:t>
            </a:r>
            <a:endParaRPr lang="en-US" dirty="0"/>
          </a:p>
        </p:txBody>
      </p:sp>
      <p:sp>
        <p:nvSpPr>
          <p:cNvPr id="13" name="Bildplatzhalter 2"/>
          <p:cNvSpPr>
            <a:spLocks noGrp="1"/>
          </p:cNvSpPr>
          <p:nvPr>
            <p:ph type="pic" sz="quarter" idx="16"/>
          </p:nvPr>
        </p:nvSpPr>
        <p:spPr>
          <a:xfrm>
            <a:off x="8553467" y="1509184"/>
            <a:ext cx="3406256" cy="1919816"/>
          </a:xfrm>
        </p:spPr>
        <p:txBody>
          <a:bodyPr/>
          <a:lstStyle>
            <a:lvl1pPr marL="0" indent="0">
              <a:buNone/>
              <a:defRPr/>
            </a:lvl1pPr>
          </a:lstStyle>
          <a:p>
            <a:r>
              <a:rPr lang="en-US"/>
              <a:t>Click icon to add picture</a:t>
            </a:r>
            <a:endParaRPr lang="en-US" dirty="0"/>
          </a:p>
        </p:txBody>
      </p:sp>
      <p:sp>
        <p:nvSpPr>
          <p:cNvPr id="17" name="Bildplatzhalter 2"/>
          <p:cNvSpPr>
            <a:spLocks noGrp="1"/>
          </p:cNvSpPr>
          <p:nvPr>
            <p:ph type="pic" sz="quarter" idx="17"/>
          </p:nvPr>
        </p:nvSpPr>
        <p:spPr>
          <a:xfrm>
            <a:off x="4492419" y="3717032"/>
            <a:ext cx="3406256" cy="1919816"/>
          </a:xfrm>
        </p:spPr>
        <p:txBody>
          <a:bodyPr/>
          <a:lstStyle>
            <a:lvl1pPr marL="0" indent="0">
              <a:buNone/>
              <a:defRPr/>
            </a:lvl1pPr>
          </a:lstStyle>
          <a:p>
            <a:r>
              <a:rPr lang="en-US"/>
              <a:t>Click icon to add picture</a:t>
            </a:r>
            <a:endParaRPr lang="en-US" dirty="0"/>
          </a:p>
        </p:txBody>
      </p:sp>
      <p:sp>
        <p:nvSpPr>
          <p:cNvPr id="18" name="Bildplatzhalter 2"/>
          <p:cNvSpPr>
            <a:spLocks noGrp="1"/>
          </p:cNvSpPr>
          <p:nvPr>
            <p:ph type="pic" sz="quarter" idx="18"/>
          </p:nvPr>
        </p:nvSpPr>
        <p:spPr>
          <a:xfrm>
            <a:off x="436800" y="3717032"/>
            <a:ext cx="3406256" cy="1919816"/>
          </a:xfrm>
        </p:spPr>
        <p:txBody>
          <a:bodyPr/>
          <a:lstStyle>
            <a:lvl1pPr marL="0" indent="0">
              <a:buNone/>
              <a:defRPr/>
            </a:lvl1pPr>
          </a:lstStyle>
          <a:p>
            <a:r>
              <a:rPr lang="en-US"/>
              <a:t>Click icon to add picture</a:t>
            </a:r>
            <a:endParaRPr lang="en-US" dirty="0"/>
          </a:p>
        </p:txBody>
      </p:sp>
      <p:sp>
        <p:nvSpPr>
          <p:cNvPr id="19" name="Bildplatzhalter 2"/>
          <p:cNvSpPr>
            <a:spLocks noGrp="1"/>
          </p:cNvSpPr>
          <p:nvPr>
            <p:ph type="pic" sz="quarter" idx="19"/>
          </p:nvPr>
        </p:nvSpPr>
        <p:spPr>
          <a:xfrm>
            <a:off x="8553467" y="3717032"/>
            <a:ext cx="3406256" cy="1919816"/>
          </a:xfrm>
        </p:spPr>
        <p:txBody>
          <a:bodyPr/>
          <a:lstStyle>
            <a:lvl1pPr marL="0" indent="0">
              <a:buNone/>
              <a:defRPr/>
            </a:lvl1pPr>
          </a:lstStyle>
          <a:p>
            <a:r>
              <a:rPr lang="en-US"/>
              <a:t>Click icon to add picture</a:t>
            </a:r>
            <a:endParaRPr lang="en-US" dirty="0"/>
          </a:p>
        </p:txBody>
      </p:sp>
      <p:pic>
        <p:nvPicPr>
          <p:cNvPr id="14" name="Picture 13" descr="Logo, company name&#10;&#10;Description automatically generated">
            <a:extLst>
              <a:ext uri="{FF2B5EF4-FFF2-40B4-BE49-F238E27FC236}">
                <a16:creationId xmlns:a16="http://schemas.microsoft.com/office/drawing/2014/main" id="{8B67ABB1-36F6-4348-B803-9A0F2AF358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1141343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Pictures 8">
    <p:spTree>
      <p:nvGrpSpPr>
        <p:cNvPr id="1" name=""/>
        <p:cNvGrpSpPr/>
        <p:nvPr/>
      </p:nvGrpSpPr>
      <p:grpSpPr>
        <a:xfrm>
          <a:off x="0" y="0"/>
          <a:ext cx="0" cy="0"/>
          <a:chOff x="0" y="0"/>
          <a:chExt cx="0" cy="0"/>
        </a:xfrm>
      </p:grpSpPr>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3"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4"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5"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3" name="Bildplatzhalter 2"/>
          <p:cNvSpPr>
            <a:spLocks noGrp="1"/>
          </p:cNvSpPr>
          <p:nvPr>
            <p:ph type="pic" sz="quarter" idx="14"/>
          </p:nvPr>
        </p:nvSpPr>
        <p:spPr>
          <a:xfrm>
            <a:off x="3605152" y="1309592"/>
            <a:ext cx="2256000" cy="1919816"/>
          </a:xfrm>
        </p:spPr>
        <p:txBody>
          <a:bodyPr/>
          <a:lstStyle>
            <a:lvl1pPr marL="0" indent="0">
              <a:buNone/>
              <a:defRPr/>
            </a:lvl1pPr>
          </a:lstStyle>
          <a:p>
            <a:r>
              <a:rPr lang="en-US"/>
              <a:t>Click icon to add picture</a:t>
            </a:r>
            <a:endParaRPr lang="en-US" dirty="0"/>
          </a:p>
        </p:txBody>
      </p:sp>
      <p:sp>
        <p:nvSpPr>
          <p:cNvPr id="12" name="Bildplatzhalter 2"/>
          <p:cNvSpPr>
            <a:spLocks noGrp="1"/>
          </p:cNvSpPr>
          <p:nvPr>
            <p:ph type="pic" sz="quarter" idx="15"/>
          </p:nvPr>
        </p:nvSpPr>
        <p:spPr>
          <a:xfrm>
            <a:off x="730261" y="1309592"/>
            <a:ext cx="2256000" cy="1919816"/>
          </a:xfrm>
        </p:spPr>
        <p:txBody>
          <a:bodyPr/>
          <a:lstStyle>
            <a:lvl1pPr marL="0" indent="0">
              <a:buNone/>
              <a:defRPr/>
            </a:lvl1pPr>
          </a:lstStyle>
          <a:p>
            <a:r>
              <a:rPr lang="en-US"/>
              <a:t>Click icon to add picture</a:t>
            </a:r>
            <a:endParaRPr lang="en-US" dirty="0"/>
          </a:p>
        </p:txBody>
      </p:sp>
      <p:sp>
        <p:nvSpPr>
          <p:cNvPr id="13" name="Bildplatzhalter 2"/>
          <p:cNvSpPr>
            <a:spLocks noGrp="1"/>
          </p:cNvSpPr>
          <p:nvPr>
            <p:ph type="pic" sz="quarter" idx="16"/>
          </p:nvPr>
        </p:nvSpPr>
        <p:spPr>
          <a:xfrm>
            <a:off x="6480043" y="1309592"/>
            <a:ext cx="2256000" cy="1919816"/>
          </a:xfrm>
        </p:spPr>
        <p:txBody>
          <a:bodyPr/>
          <a:lstStyle>
            <a:lvl1pPr marL="0" indent="0">
              <a:buNone/>
              <a:defRPr/>
            </a:lvl1pPr>
          </a:lstStyle>
          <a:p>
            <a:r>
              <a:rPr lang="en-US"/>
              <a:t>Click icon to add picture</a:t>
            </a:r>
            <a:endParaRPr lang="en-US" dirty="0"/>
          </a:p>
        </p:txBody>
      </p:sp>
      <p:sp>
        <p:nvSpPr>
          <p:cNvPr id="17" name="Bildplatzhalter 2"/>
          <p:cNvSpPr>
            <a:spLocks noGrp="1"/>
          </p:cNvSpPr>
          <p:nvPr>
            <p:ph type="pic" sz="quarter" idx="17"/>
          </p:nvPr>
        </p:nvSpPr>
        <p:spPr>
          <a:xfrm>
            <a:off x="3605152" y="3813440"/>
            <a:ext cx="2256000" cy="1919816"/>
          </a:xfrm>
        </p:spPr>
        <p:txBody>
          <a:bodyPr/>
          <a:lstStyle>
            <a:lvl1pPr marL="0" indent="0">
              <a:buNone/>
              <a:defRPr/>
            </a:lvl1pPr>
          </a:lstStyle>
          <a:p>
            <a:r>
              <a:rPr lang="en-US"/>
              <a:t>Click icon to add picture</a:t>
            </a:r>
            <a:endParaRPr lang="en-US" dirty="0"/>
          </a:p>
        </p:txBody>
      </p:sp>
      <p:sp>
        <p:nvSpPr>
          <p:cNvPr id="18" name="Bildplatzhalter 2"/>
          <p:cNvSpPr>
            <a:spLocks noGrp="1"/>
          </p:cNvSpPr>
          <p:nvPr>
            <p:ph type="pic" sz="quarter" idx="18"/>
          </p:nvPr>
        </p:nvSpPr>
        <p:spPr>
          <a:xfrm>
            <a:off x="730261" y="3813440"/>
            <a:ext cx="2256000" cy="1919816"/>
          </a:xfrm>
        </p:spPr>
        <p:txBody>
          <a:bodyPr/>
          <a:lstStyle>
            <a:lvl1pPr marL="0" indent="0">
              <a:buNone/>
              <a:defRPr/>
            </a:lvl1pPr>
          </a:lstStyle>
          <a:p>
            <a:r>
              <a:rPr lang="en-US"/>
              <a:t>Click icon to add picture</a:t>
            </a:r>
            <a:endParaRPr lang="en-US" dirty="0"/>
          </a:p>
        </p:txBody>
      </p:sp>
      <p:sp>
        <p:nvSpPr>
          <p:cNvPr id="19" name="Bildplatzhalter 2"/>
          <p:cNvSpPr>
            <a:spLocks noGrp="1"/>
          </p:cNvSpPr>
          <p:nvPr>
            <p:ph type="pic" sz="quarter" idx="19"/>
          </p:nvPr>
        </p:nvSpPr>
        <p:spPr>
          <a:xfrm>
            <a:off x="6479592" y="3813440"/>
            <a:ext cx="2256000" cy="1919816"/>
          </a:xfrm>
        </p:spPr>
        <p:txBody>
          <a:bodyPr/>
          <a:lstStyle>
            <a:lvl1pPr marL="0" indent="0">
              <a:buNone/>
              <a:defRPr/>
            </a:lvl1pPr>
          </a:lstStyle>
          <a:p>
            <a:r>
              <a:rPr lang="en-US"/>
              <a:t>Click icon to add picture</a:t>
            </a:r>
            <a:endParaRPr lang="en-US" dirty="0"/>
          </a:p>
        </p:txBody>
      </p:sp>
      <p:sp>
        <p:nvSpPr>
          <p:cNvPr id="14" name="Bildplatzhalter 2"/>
          <p:cNvSpPr>
            <a:spLocks noGrp="1"/>
          </p:cNvSpPr>
          <p:nvPr>
            <p:ph type="pic" sz="quarter" idx="20"/>
          </p:nvPr>
        </p:nvSpPr>
        <p:spPr>
          <a:xfrm>
            <a:off x="9354032" y="1309592"/>
            <a:ext cx="2256000" cy="1919816"/>
          </a:xfrm>
        </p:spPr>
        <p:txBody>
          <a:bodyPr/>
          <a:lstStyle>
            <a:lvl1pPr marL="0" indent="0">
              <a:buNone/>
              <a:defRPr/>
            </a:lvl1pPr>
          </a:lstStyle>
          <a:p>
            <a:r>
              <a:rPr lang="en-US"/>
              <a:t>Click icon to add picture</a:t>
            </a:r>
            <a:endParaRPr lang="en-US" dirty="0"/>
          </a:p>
        </p:txBody>
      </p:sp>
      <p:sp>
        <p:nvSpPr>
          <p:cNvPr id="15" name="Bildplatzhalter 2"/>
          <p:cNvSpPr>
            <a:spLocks noGrp="1"/>
          </p:cNvSpPr>
          <p:nvPr>
            <p:ph type="pic" sz="quarter" idx="21"/>
          </p:nvPr>
        </p:nvSpPr>
        <p:spPr>
          <a:xfrm>
            <a:off x="9353581" y="3813440"/>
            <a:ext cx="2256000" cy="1919816"/>
          </a:xfrm>
        </p:spPr>
        <p:txBody>
          <a:bodyPr/>
          <a:lstStyle>
            <a:lvl1pPr marL="0" indent="0">
              <a:buNone/>
              <a:defRPr/>
            </a:lvl1pPr>
          </a:lstStyle>
          <a:p>
            <a:r>
              <a:rPr lang="en-US"/>
              <a:t>Click icon to add picture</a:t>
            </a:r>
            <a:endParaRPr lang="en-US" dirty="0"/>
          </a:p>
        </p:txBody>
      </p:sp>
      <p:pic>
        <p:nvPicPr>
          <p:cNvPr id="16" name="Picture 15" descr="Logo, company name&#10;&#10;Description automatically generated">
            <a:extLst>
              <a:ext uri="{FF2B5EF4-FFF2-40B4-BE49-F238E27FC236}">
                <a16:creationId xmlns:a16="http://schemas.microsoft.com/office/drawing/2014/main" id="{B853FD4E-F682-4A88-A3F9-E009BFA143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2151027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Pictures 12">
    <p:spTree>
      <p:nvGrpSpPr>
        <p:cNvPr id="1" name=""/>
        <p:cNvGrpSpPr/>
        <p:nvPr/>
      </p:nvGrpSpPr>
      <p:grpSpPr>
        <a:xfrm>
          <a:off x="0" y="0"/>
          <a:ext cx="0" cy="0"/>
          <a:chOff x="0" y="0"/>
          <a:chExt cx="0" cy="0"/>
        </a:xfrm>
      </p:grpSpPr>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3"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4"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5"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3" name="Bildplatzhalter 2"/>
          <p:cNvSpPr>
            <a:spLocks noGrp="1"/>
          </p:cNvSpPr>
          <p:nvPr>
            <p:ph type="pic" sz="quarter" idx="14"/>
          </p:nvPr>
        </p:nvSpPr>
        <p:spPr>
          <a:xfrm>
            <a:off x="3605152" y="1309592"/>
            <a:ext cx="2256000" cy="1159301"/>
          </a:xfrm>
        </p:spPr>
        <p:txBody>
          <a:bodyPr/>
          <a:lstStyle>
            <a:lvl1pPr marL="0" indent="0">
              <a:buNone/>
              <a:defRPr/>
            </a:lvl1pPr>
          </a:lstStyle>
          <a:p>
            <a:r>
              <a:rPr lang="en-US"/>
              <a:t>Click icon to add picture</a:t>
            </a:r>
            <a:endParaRPr lang="en-US" dirty="0"/>
          </a:p>
        </p:txBody>
      </p:sp>
      <p:sp>
        <p:nvSpPr>
          <p:cNvPr id="12" name="Bildplatzhalter 2"/>
          <p:cNvSpPr>
            <a:spLocks noGrp="1"/>
          </p:cNvSpPr>
          <p:nvPr>
            <p:ph type="pic" sz="quarter" idx="15"/>
          </p:nvPr>
        </p:nvSpPr>
        <p:spPr>
          <a:xfrm>
            <a:off x="730261" y="1309592"/>
            <a:ext cx="2256000" cy="1159301"/>
          </a:xfrm>
        </p:spPr>
        <p:txBody>
          <a:bodyPr/>
          <a:lstStyle>
            <a:lvl1pPr marL="0" indent="0">
              <a:buNone/>
              <a:defRPr/>
            </a:lvl1pPr>
          </a:lstStyle>
          <a:p>
            <a:r>
              <a:rPr lang="en-US"/>
              <a:t>Click icon to add picture</a:t>
            </a:r>
            <a:endParaRPr lang="en-US" dirty="0"/>
          </a:p>
        </p:txBody>
      </p:sp>
      <p:sp>
        <p:nvSpPr>
          <p:cNvPr id="13" name="Bildplatzhalter 2"/>
          <p:cNvSpPr>
            <a:spLocks noGrp="1"/>
          </p:cNvSpPr>
          <p:nvPr>
            <p:ph type="pic" sz="quarter" idx="16"/>
          </p:nvPr>
        </p:nvSpPr>
        <p:spPr>
          <a:xfrm>
            <a:off x="6480043" y="1309592"/>
            <a:ext cx="2256000" cy="1159301"/>
          </a:xfrm>
        </p:spPr>
        <p:txBody>
          <a:bodyPr/>
          <a:lstStyle>
            <a:lvl1pPr marL="0" indent="0">
              <a:buNone/>
              <a:defRPr/>
            </a:lvl1pPr>
          </a:lstStyle>
          <a:p>
            <a:r>
              <a:rPr lang="en-US"/>
              <a:t>Click icon to add picture</a:t>
            </a:r>
            <a:endParaRPr lang="en-US" dirty="0"/>
          </a:p>
        </p:txBody>
      </p:sp>
      <p:sp>
        <p:nvSpPr>
          <p:cNvPr id="14" name="Bildplatzhalter 2"/>
          <p:cNvSpPr>
            <a:spLocks noGrp="1"/>
          </p:cNvSpPr>
          <p:nvPr>
            <p:ph type="pic" sz="quarter" idx="20"/>
          </p:nvPr>
        </p:nvSpPr>
        <p:spPr>
          <a:xfrm>
            <a:off x="9354032" y="1309592"/>
            <a:ext cx="2256000" cy="1159301"/>
          </a:xfrm>
        </p:spPr>
        <p:txBody>
          <a:bodyPr/>
          <a:lstStyle>
            <a:lvl1pPr marL="0" indent="0">
              <a:buNone/>
              <a:defRPr/>
            </a:lvl1pPr>
          </a:lstStyle>
          <a:p>
            <a:r>
              <a:rPr lang="en-US"/>
              <a:t>Click icon to add picture</a:t>
            </a:r>
            <a:endParaRPr lang="en-US" dirty="0"/>
          </a:p>
        </p:txBody>
      </p:sp>
      <p:sp>
        <p:nvSpPr>
          <p:cNvPr id="16" name="Bildplatzhalter 2"/>
          <p:cNvSpPr>
            <a:spLocks noGrp="1"/>
          </p:cNvSpPr>
          <p:nvPr>
            <p:ph type="pic" sz="quarter" idx="21"/>
          </p:nvPr>
        </p:nvSpPr>
        <p:spPr>
          <a:xfrm>
            <a:off x="3605152" y="2948947"/>
            <a:ext cx="2256000" cy="1159301"/>
          </a:xfrm>
        </p:spPr>
        <p:txBody>
          <a:bodyPr/>
          <a:lstStyle>
            <a:lvl1pPr marL="0" indent="0">
              <a:buNone/>
              <a:defRPr/>
            </a:lvl1pPr>
          </a:lstStyle>
          <a:p>
            <a:r>
              <a:rPr lang="en-US"/>
              <a:t>Click icon to add picture</a:t>
            </a:r>
            <a:endParaRPr lang="en-US" dirty="0"/>
          </a:p>
        </p:txBody>
      </p:sp>
      <p:sp>
        <p:nvSpPr>
          <p:cNvPr id="20" name="Bildplatzhalter 2"/>
          <p:cNvSpPr>
            <a:spLocks noGrp="1"/>
          </p:cNvSpPr>
          <p:nvPr>
            <p:ph type="pic" sz="quarter" idx="22"/>
          </p:nvPr>
        </p:nvSpPr>
        <p:spPr>
          <a:xfrm>
            <a:off x="730261" y="2948947"/>
            <a:ext cx="2256000" cy="1159301"/>
          </a:xfrm>
        </p:spPr>
        <p:txBody>
          <a:bodyPr/>
          <a:lstStyle>
            <a:lvl1pPr marL="0" indent="0">
              <a:buNone/>
              <a:defRPr/>
            </a:lvl1pPr>
          </a:lstStyle>
          <a:p>
            <a:r>
              <a:rPr lang="en-US"/>
              <a:t>Click icon to add picture</a:t>
            </a:r>
            <a:endParaRPr lang="en-US" dirty="0"/>
          </a:p>
        </p:txBody>
      </p:sp>
      <p:sp>
        <p:nvSpPr>
          <p:cNvPr id="21" name="Bildplatzhalter 2"/>
          <p:cNvSpPr>
            <a:spLocks noGrp="1"/>
          </p:cNvSpPr>
          <p:nvPr>
            <p:ph type="pic" sz="quarter" idx="23"/>
          </p:nvPr>
        </p:nvSpPr>
        <p:spPr>
          <a:xfrm>
            <a:off x="6480043" y="2948947"/>
            <a:ext cx="2256000" cy="1159301"/>
          </a:xfrm>
        </p:spPr>
        <p:txBody>
          <a:bodyPr/>
          <a:lstStyle>
            <a:lvl1pPr marL="0" indent="0">
              <a:buNone/>
              <a:defRPr/>
            </a:lvl1pPr>
          </a:lstStyle>
          <a:p>
            <a:r>
              <a:rPr lang="en-US"/>
              <a:t>Click icon to add picture</a:t>
            </a:r>
            <a:endParaRPr lang="en-US" dirty="0"/>
          </a:p>
        </p:txBody>
      </p:sp>
      <p:sp>
        <p:nvSpPr>
          <p:cNvPr id="22" name="Bildplatzhalter 2"/>
          <p:cNvSpPr>
            <a:spLocks noGrp="1"/>
          </p:cNvSpPr>
          <p:nvPr>
            <p:ph type="pic" sz="quarter" idx="24"/>
          </p:nvPr>
        </p:nvSpPr>
        <p:spPr>
          <a:xfrm>
            <a:off x="9354032" y="2948947"/>
            <a:ext cx="2256000" cy="1159301"/>
          </a:xfrm>
        </p:spPr>
        <p:txBody>
          <a:bodyPr/>
          <a:lstStyle>
            <a:lvl1pPr marL="0" indent="0">
              <a:buNone/>
              <a:defRPr/>
            </a:lvl1pPr>
          </a:lstStyle>
          <a:p>
            <a:r>
              <a:rPr lang="en-US"/>
              <a:t>Click icon to add picture</a:t>
            </a:r>
            <a:endParaRPr lang="en-US" dirty="0"/>
          </a:p>
        </p:txBody>
      </p:sp>
      <p:sp>
        <p:nvSpPr>
          <p:cNvPr id="26" name="Bildplatzhalter 2"/>
          <p:cNvSpPr>
            <a:spLocks noGrp="1"/>
          </p:cNvSpPr>
          <p:nvPr>
            <p:ph type="pic" sz="quarter" idx="25"/>
          </p:nvPr>
        </p:nvSpPr>
        <p:spPr>
          <a:xfrm>
            <a:off x="3599723" y="4588302"/>
            <a:ext cx="2256000" cy="1159301"/>
          </a:xfrm>
        </p:spPr>
        <p:txBody>
          <a:bodyPr/>
          <a:lstStyle>
            <a:lvl1pPr marL="0" indent="0">
              <a:buNone/>
              <a:defRPr/>
            </a:lvl1pPr>
          </a:lstStyle>
          <a:p>
            <a:r>
              <a:rPr lang="en-US"/>
              <a:t>Click icon to add picture</a:t>
            </a:r>
            <a:endParaRPr lang="en-US" dirty="0"/>
          </a:p>
        </p:txBody>
      </p:sp>
      <p:sp>
        <p:nvSpPr>
          <p:cNvPr id="27" name="Bildplatzhalter 2"/>
          <p:cNvSpPr>
            <a:spLocks noGrp="1"/>
          </p:cNvSpPr>
          <p:nvPr>
            <p:ph type="pic" sz="quarter" idx="26"/>
          </p:nvPr>
        </p:nvSpPr>
        <p:spPr>
          <a:xfrm>
            <a:off x="724832" y="4588302"/>
            <a:ext cx="2256000" cy="1159301"/>
          </a:xfrm>
        </p:spPr>
        <p:txBody>
          <a:bodyPr/>
          <a:lstStyle>
            <a:lvl1pPr marL="0" indent="0">
              <a:buNone/>
              <a:defRPr/>
            </a:lvl1pPr>
          </a:lstStyle>
          <a:p>
            <a:r>
              <a:rPr lang="en-US"/>
              <a:t>Click icon to add picture</a:t>
            </a:r>
            <a:endParaRPr lang="en-US" dirty="0"/>
          </a:p>
        </p:txBody>
      </p:sp>
      <p:sp>
        <p:nvSpPr>
          <p:cNvPr id="28" name="Bildplatzhalter 2"/>
          <p:cNvSpPr>
            <a:spLocks noGrp="1"/>
          </p:cNvSpPr>
          <p:nvPr>
            <p:ph type="pic" sz="quarter" idx="27"/>
          </p:nvPr>
        </p:nvSpPr>
        <p:spPr>
          <a:xfrm>
            <a:off x="6474613" y="4588302"/>
            <a:ext cx="2256000" cy="1159301"/>
          </a:xfrm>
        </p:spPr>
        <p:txBody>
          <a:bodyPr/>
          <a:lstStyle>
            <a:lvl1pPr marL="0" indent="0">
              <a:buNone/>
              <a:defRPr/>
            </a:lvl1pPr>
          </a:lstStyle>
          <a:p>
            <a:r>
              <a:rPr lang="en-US"/>
              <a:t>Click icon to add picture</a:t>
            </a:r>
            <a:endParaRPr lang="en-US" dirty="0"/>
          </a:p>
        </p:txBody>
      </p:sp>
      <p:sp>
        <p:nvSpPr>
          <p:cNvPr id="29" name="Bildplatzhalter 2"/>
          <p:cNvSpPr>
            <a:spLocks noGrp="1"/>
          </p:cNvSpPr>
          <p:nvPr>
            <p:ph type="pic" sz="quarter" idx="28"/>
          </p:nvPr>
        </p:nvSpPr>
        <p:spPr>
          <a:xfrm>
            <a:off x="9348603" y="4588302"/>
            <a:ext cx="2256000" cy="1159301"/>
          </a:xfrm>
        </p:spPr>
        <p:txBody>
          <a:bodyPr/>
          <a:lstStyle>
            <a:lvl1pPr marL="0" indent="0">
              <a:buNone/>
              <a:defRPr/>
            </a:lvl1pPr>
          </a:lstStyle>
          <a:p>
            <a:r>
              <a:rPr lang="en-US"/>
              <a:t>Click icon to add picture</a:t>
            </a:r>
            <a:endParaRPr lang="en-US" dirty="0"/>
          </a:p>
        </p:txBody>
      </p:sp>
      <p:pic>
        <p:nvPicPr>
          <p:cNvPr id="30" name="Picture 29" descr="Logo, company name&#10;&#10;Description automatically generated">
            <a:extLst>
              <a:ext uri="{FF2B5EF4-FFF2-40B4-BE49-F238E27FC236}">
                <a16:creationId xmlns:a16="http://schemas.microsoft.com/office/drawing/2014/main" id="{D013BE8E-F882-4FC5-88D5-807F949BBE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1616301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ullet Points">
    <p:spTree>
      <p:nvGrpSpPr>
        <p:cNvPr id="1" name=""/>
        <p:cNvGrpSpPr/>
        <p:nvPr/>
      </p:nvGrpSpPr>
      <p:grpSpPr>
        <a:xfrm>
          <a:off x="0" y="0"/>
          <a:ext cx="0" cy="0"/>
          <a:chOff x="0" y="0"/>
          <a:chExt cx="0" cy="0"/>
        </a:xfrm>
      </p:grpSpPr>
      <p:sp>
        <p:nvSpPr>
          <p:cNvPr id="18"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19"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0"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6" name="Textplatzhalter 10"/>
          <p:cNvSpPr>
            <a:spLocks noGrp="1"/>
          </p:cNvSpPr>
          <p:nvPr>
            <p:ph type="body" sz="quarter" idx="13"/>
          </p:nvPr>
        </p:nvSpPr>
        <p:spPr>
          <a:xfrm>
            <a:off x="335360" y="763200"/>
            <a:ext cx="962464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5360" y="446400"/>
            <a:ext cx="962464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4" name="Textplatzhalter 3"/>
          <p:cNvSpPr>
            <a:spLocks noGrp="1"/>
          </p:cNvSpPr>
          <p:nvPr>
            <p:ph type="body" sz="quarter" idx="14"/>
          </p:nvPr>
        </p:nvSpPr>
        <p:spPr>
          <a:xfrm>
            <a:off x="335361" y="1509183"/>
            <a:ext cx="11623807" cy="4397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1" name="Picture 10" descr="Logo, company name&#10;&#10;Description automatically generated">
            <a:extLst>
              <a:ext uri="{FF2B5EF4-FFF2-40B4-BE49-F238E27FC236}">
                <a16:creationId xmlns:a16="http://schemas.microsoft.com/office/drawing/2014/main" id="{38C199F5-EA94-4297-AEA9-9092C5E792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251387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ullet Points_2">
    <p:spTree>
      <p:nvGrpSpPr>
        <p:cNvPr id="1" name=""/>
        <p:cNvGrpSpPr/>
        <p:nvPr/>
      </p:nvGrpSpPr>
      <p:grpSpPr>
        <a:xfrm>
          <a:off x="0" y="0"/>
          <a:ext cx="0" cy="0"/>
          <a:chOff x="0" y="0"/>
          <a:chExt cx="0" cy="0"/>
        </a:xfrm>
      </p:grpSpPr>
      <p:sp>
        <p:nvSpPr>
          <p:cNvPr id="18"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19"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0"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6" name="Textplatzhalter 10"/>
          <p:cNvSpPr>
            <a:spLocks noGrp="1"/>
          </p:cNvSpPr>
          <p:nvPr>
            <p:ph type="body" sz="quarter" idx="13"/>
          </p:nvPr>
        </p:nvSpPr>
        <p:spPr>
          <a:xfrm>
            <a:off x="335360" y="763200"/>
            <a:ext cx="962464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5360" y="446400"/>
            <a:ext cx="962464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10" name="Inhaltsplatzhalter 2"/>
          <p:cNvSpPr>
            <a:spLocks noGrp="1"/>
          </p:cNvSpPr>
          <p:nvPr>
            <p:ph idx="1"/>
          </p:nvPr>
        </p:nvSpPr>
        <p:spPr>
          <a:xfrm>
            <a:off x="335360" y="2180863"/>
            <a:ext cx="5433547" cy="3648405"/>
          </a:xfrm>
        </p:spPr>
        <p:txBody>
          <a:bodyPr>
            <a:normAutofit/>
          </a:bodyPr>
          <a:lstStyle>
            <a:lvl1pPr marL="237061" indent="-237061">
              <a:lnSpc>
                <a:spcPct val="100000"/>
              </a:lnSpc>
              <a:spcBef>
                <a:spcPts val="0"/>
              </a:spcBef>
              <a:spcAft>
                <a:spcPts val="800"/>
              </a:spcAft>
              <a:buClr>
                <a:schemeClr val="accent1"/>
              </a:buClr>
              <a:buFont typeface="Wingdings" pitchFamily="2" charset="2"/>
              <a:buChar char="§"/>
              <a:defRPr sz="1867">
                <a:solidFill>
                  <a:schemeClr val="tx1"/>
                </a:solidFill>
              </a:defRPr>
            </a:lvl1pPr>
            <a:lvl2pPr marL="480472" indent="-243411">
              <a:lnSpc>
                <a:spcPct val="100000"/>
              </a:lnSpc>
              <a:spcBef>
                <a:spcPts val="0"/>
              </a:spcBef>
              <a:spcAft>
                <a:spcPts val="800"/>
              </a:spcAft>
              <a:buClr>
                <a:schemeClr val="accent1"/>
              </a:buClr>
              <a:defRPr sz="1867">
                <a:solidFill>
                  <a:schemeClr val="tx1"/>
                </a:solidFill>
              </a:defRPr>
            </a:lvl2pPr>
            <a:lvl3pPr marL="717533" indent="-237061">
              <a:lnSpc>
                <a:spcPct val="100000"/>
              </a:lnSpc>
              <a:spcBef>
                <a:spcPts val="0"/>
              </a:spcBef>
              <a:spcAft>
                <a:spcPts val="800"/>
              </a:spcAft>
              <a:buClr>
                <a:schemeClr val="accent1"/>
              </a:buClr>
              <a:defRPr sz="1867">
                <a:solidFill>
                  <a:schemeClr val="tx1"/>
                </a:solidFill>
              </a:defRPr>
            </a:lvl3pPr>
            <a:lvl4pPr marL="954593" indent="-237061">
              <a:lnSpc>
                <a:spcPct val="100000"/>
              </a:lnSpc>
              <a:spcBef>
                <a:spcPts val="0"/>
              </a:spcBef>
              <a:spcAft>
                <a:spcPts val="800"/>
              </a:spcAft>
              <a:buClr>
                <a:schemeClr val="accent1"/>
              </a:buClr>
              <a:defRPr sz="1867">
                <a:solidFill>
                  <a:schemeClr val="tx1"/>
                </a:solidFill>
              </a:defRPr>
            </a:lvl4pPr>
            <a:lvl5pPr marL="1198003" indent="-243411">
              <a:lnSpc>
                <a:spcPct val="100000"/>
              </a:lnSpc>
              <a:spcBef>
                <a:spcPts val="0"/>
              </a:spcBef>
              <a:spcAft>
                <a:spcPts val="800"/>
              </a:spcAft>
              <a:buClr>
                <a:schemeClr val="accent1"/>
              </a:buClr>
              <a:defRPr sz="186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platzhalter 20"/>
          <p:cNvSpPr>
            <a:spLocks noGrp="1"/>
          </p:cNvSpPr>
          <p:nvPr>
            <p:ph type="body" sz="quarter" idx="17"/>
          </p:nvPr>
        </p:nvSpPr>
        <p:spPr>
          <a:xfrm>
            <a:off x="334434" y="1509184"/>
            <a:ext cx="5433484" cy="489600"/>
          </a:xfrm>
        </p:spPr>
        <p:txBody>
          <a:bodyPr/>
          <a:lstStyle>
            <a:lvl1pPr marL="0" indent="0">
              <a:buNone/>
              <a:defRPr b="1"/>
            </a:lvl1pPr>
          </a:lstStyle>
          <a:p>
            <a:pPr lvl="0"/>
            <a:r>
              <a:rPr lang="en-US"/>
              <a:t>Click to edit Master text styles</a:t>
            </a:r>
          </a:p>
        </p:txBody>
      </p:sp>
      <p:sp>
        <p:nvSpPr>
          <p:cNvPr id="17" name="Textplatzhalter 20"/>
          <p:cNvSpPr>
            <a:spLocks noGrp="1"/>
          </p:cNvSpPr>
          <p:nvPr>
            <p:ph type="body" sz="quarter" idx="18"/>
          </p:nvPr>
        </p:nvSpPr>
        <p:spPr>
          <a:xfrm>
            <a:off x="6528597" y="1507516"/>
            <a:ext cx="5433484" cy="489600"/>
          </a:xfrm>
        </p:spPr>
        <p:txBody>
          <a:bodyPr/>
          <a:lstStyle>
            <a:lvl1pPr marL="0" indent="0">
              <a:buNone/>
              <a:defRPr b="1"/>
            </a:lvl1pPr>
          </a:lstStyle>
          <a:p>
            <a:pPr lvl="0"/>
            <a:r>
              <a:rPr lang="en-US"/>
              <a:t>Click to edit Master text styles</a:t>
            </a:r>
          </a:p>
        </p:txBody>
      </p:sp>
      <p:sp>
        <p:nvSpPr>
          <p:cNvPr id="21" name="Inhaltsplatzhalter 2"/>
          <p:cNvSpPr>
            <a:spLocks noGrp="1"/>
          </p:cNvSpPr>
          <p:nvPr>
            <p:ph idx="19"/>
          </p:nvPr>
        </p:nvSpPr>
        <p:spPr>
          <a:xfrm>
            <a:off x="6528596" y="2180863"/>
            <a:ext cx="5433547" cy="3648405"/>
          </a:xfrm>
        </p:spPr>
        <p:txBody>
          <a:bodyPr>
            <a:normAutofit/>
          </a:bodyPr>
          <a:lstStyle>
            <a:lvl1pPr marL="237061" indent="-237061">
              <a:lnSpc>
                <a:spcPct val="100000"/>
              </a:lnSpc>
              <a:spcBef>
                <a:spcPts val="0"/>
              </a:spcBef>
              <a:spcAft>
                <a:spcPts val="800"/>
              </a:spcAft>
              <a:buClr>
                <a:schemeClr val="accent1"/>
              </a:buClr>
              <a:buFont typeface="Wingdings" pitchFamily="2" charset="2"/>
              <a:buChar char="§"/>
              <a:defRPr sz="1867">
                <a:solidFill>
                  <a:schemeClr val="tx1"/>
                </a:solidFill>
              </a:defRPr>
            </a:lvl1pPr>
            <a:lvl2pPr marL="480472" indent="-243411">
              <a:lnSpc>
                <a:spcPct val="100000"/>
              </a:lnSpc>
              <a:spcBef>
                <a:spcPts val="0"/>
              </a:spcBef>
              <a:spcAft>
                <a:spcPts val="800"/>
              </a:spcAft>
              <a:buClr>
                <a:schemeClr val="accent1"/>
              </a:buClr>
              <a:defRPr sz="1867">
                <a:solidFill>
                  <a:schemeClr val="tx1"/>
                </a:solidFill>
              </a:defRPr>
            </a:lvl2pPr>
            <a:lvl3pPr marL="717533" indent="-237061">
              <a:lnSpc>
                <a:spcPct val="100000"/>
              </a:lnSpc>
              <a:spcBef>
                <a:spcPts val="0"/>
              </a:spcBef>
              <a:spcAft>
                <a:spcPts val="800"/>
              </a:spcAft>
              <a:buClr>
                <a:schemeClr val="accent1"/>
              </a:buClr>
              <a:defRPr sz="1867">
                <a:solidFill>
                  <a:schemeClr val="tx1"/>
                </a:solidFill>
              </a:defRPr>
            </a:lvl3pPr>
            <a:lvl4pPr marL="954593" indent="-237061">
              <a:lnSpc>
                <a:spcPct val="100000"/>
              </a:lnSpc>
              <a:spcBef>
                <a:spcPts val="0"/>
              </a:spcBef>
              <a:spcAft>
                <a:spcPts val="800"/>
              </a:spcAft>
              <a:buClr>
                <a:schemeClr val="accent1"/>
              </a:buClr>
              <a:defRPr sz="1867">
                <a:solidFill>
                  <a:schemeClr val="tx1"/>
                </a:solidFill>
              </a:defRPr>
            </a:lvl4pPr>
            <a:lvl5pPr marL="1198003" indent="-243411">
              <a:lnSpc>
                <a:spcPct val="100000"/>
              </a:lnSpc>
              <a:spcBef>
                <a:spcPts val="0"/>
              </a:spcBef>
              <a:spcAft>
                <a:spcPts val="800"/>
              </a:spcAft>
              <a:buClr>
                <a:schemeClr val="accent1"/>
              </a:buClr>
              <a:defRPr sz="186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descr="Logo, company name&#10;&#10;Description automatically generated">
            <a:extLst>
              <a:ext uri="{FF2B5EF4-FFF2-40B4-BE49-F238E27FC236}">
                <a16:creationId xmlns:a16="http://schemas.microsoft.com/office/drawing/2014/main" id="{168DEE09-EC2E-4D95-BB8A-F1E8B0313B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306892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Bullet Points_2">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7805" y="0"/>
            <a:ext cx="6094195" cy="6858000"/>
          </a:xfrm>
          <a:prstGeom prst="rect">
            <a:avLst/>
          </a:prstGeom>
        </p:spPr>
      </p:pic>
      <p:sp>
        <p:nvSpPr>
          <p:cNvPr id="18"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19"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0"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6" name="Textplatzhalter 10"/>
          <p:cNvSpPr>
            <a:spLocks noGrp="1"/>
          </p:cNvSpPr>
          <p:nvPr>
            <p:ph type="body" sz="quarter" idx="13"/>
          </p:nvPr>
        </p:nvSpPr>
        <p:spPr>
          <a:xfrm>
            <a:off x="335360" y="763200"/>
            <a:ext cx="54336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5360" y="446400"/>
            <a:ext cx="5950869"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4" name="Inhaltsplatzhalter 3"/>
          <p:cNvSpPr>
            <a:spLocks noGrp="1"/>
          </p:cNvSpPr>
          <p:nvPr>
            <p:ph sz="quarter" idx="16"/>
          </p:nvPr>
        </p:nvSpPr>
        <p:spPr>
          <a:xfrm>
            <a:off x="6426704" y="1508789"/>
            <a:ext cx="5533019" cy="4320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platzhalter 20"/>
          <p:cNvSpPr>
            <a:spLocks noGrp="1"/>
          </p:cNvSpPr>
          <p:nvPr>
            <p:ph type="body" sz="quarter" idx="17"/>
          </p:nvPr>
        </p:nvSpPr>
        <p:spPr>
          <a:xfrm>
            <a:off x="334434" y="1509184"/>
            <a:ext cx="5433484" cy="489600"/>
          </a:xfrm>
        </p:spPr>
        <p:txBody>
          <a:bodyPr/>
          <a:lstStyle>
            <a:lvl1pPr marL="0" indent="0">
              <a:buNone/>
              <a:defRPr b="1"/>
            </a:lvl1pPr>
          </a:lstStyle>
          <a:p>
            <a:pPr lvl="0"/>
            <a:r>
              <a:rPr lang="en-US"/>
              <a:t>Click to edit Master text styles</a:t>
            </a:r>
          </a:p>
        </p:txBody>
      </p:sp>
      <p:sp>
        <p:nvSpPr>
          <p:cNvPr id="22" name="Inhaltsplatzhalter 2"/>
          <p:cNvSpPr>
            <a:spLocks noGrp="1"/>
          </p:cNvSpPr>
          <p:nvPr>
            <p:ph idx="1"/>
          </p:nvPr>
        </p:nvSpPr>
        <p:spPr>
          <a:xfrm>
            <a:off x="335360" y="2180863"/>
            <a:ext cx="5433547" cy="3648405"/>
          </a:xfrm>
        </p:spPr>
        <p:txBody>
          <a:bodyPr>
            <a:normAutofit/>
          </a:bodyPr>
          <a:lstStyle>
            <a:lvl1pPr marL="237061" indent="-237061">
              <a:lnSpc>
                <a:spcPct val="100000"/>
              </a:lnSpc>
              <a:spcBef>
                <a:spcPts val="0"/>
              </a:spcBef>
              <a:spcAft>
                <a:spcPts val="800"/>
              </a:spcAft>
              <a:buClr>
                <a:schemeClr val="accent1"/>
              </a:buClr>
              <a:buFont typeface="Wingdings" pitchFamily="2" charset="2"/>
              <a:buChar char="§"/>
              <a:defRPr sz="1867">
                <a:solidFill>
                  <a:schemeClr val="tx1"/>
                </a:solidFill>
              </a:defRPr>
            </a:lvl1pPr>
            <a:lvl2pPr marL="480472" indent="-243411">
              <a:lnSpc>
                <a:spcPct val="100000"/>
              </a:lnSpc>
              <a:spcBef>
                <a:spcPts val="0"/>
              </a:spcBef>
              <a:spcAft>
                <a:spcPts val="800"/>
              </a:spcAft>
              <a:buClr>
                <a:schemeClr val="accent1"/>
              </a:buClr>
              <a:defRPr sz="1867">
                <a:solidFill>
                  <a:schemeClr val="tx1"/>
                </a:solidFill>
              </a:defRPr>
            </a:lvl2pPr>
            <a:lvl3pPr marL="717533" indent="-237061">
              <a:lnSpc>
                <a:spcPct val="100000"/>
              </a:lnSpc>
              <a:spcBef>
                <a:spcPts val="0"/>
              </a:spcBef>
              <a:spcAft>
                <a:spcPts val="800"/>
              </a:spcAft>
              <a:buClr>
                <a:schemeClr val="accent1"/>
              </a:buClr>
              <a:defRPr sz="1867">
                <a:solidFill>
                  <a:schemeClr val="tx1"/>
                </a:solidFill>
              </a:defRPr>
            </a:lvl3pPr>
            <a:lvl4pPr marL="954593" indent="-237061">
              <a:lnSpc>
                <a:spcPct val="100000"/>
              </a:lnSpc>
              <a:spcBef>
                <a:spcPts val="0"/>
              </a:spcBef>
              <a:spcAft>
                <a:spcPts val="800"/>
              </a:spcAft>
              <a:buClr>
                <a:schemeClr val="accent1"/>
              </a:buClr>
              <a:defRPr sz="1867">
                <a:solidFill>
                  <a:schemeClr val="tx1"/>
                </a:solidFill>
              </a:defRPr>
            </a:lvl4pPr>
            <a:lvl5pPr marL="1198003" indent="-243411">
              <a:lnSpc>
                <a:spcPct val="100000"/>
              </a:lnSpc>
              <a:spcBef>
                <a:spcPts val="0"/>
              </a:spcBef>
              <a:spcAft>
                <a:spcPts val="800"/>
              </a:spcAft>
              <a:buClr>
                <a:schemeClr val="accent1"/>
              </a:buClr>
              <a:defRPr sz="186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descr="Logo, company name&#10;&#10;Description automatically generated">
            <a:extLst>
              <a:ext uri="{FF2B5EF4-FFF2-40B4-BE49-F238E27FC236}">
                <a16:creationId xmlns:a16="http://schemas.microsoft.com/office/drawing/2014/main" id="{4EE002E3-D2D0-4EE1-B3D2-A84FFA0154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823502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Picture">
    <p:spTree>
      <p:nvGrpSpPr>
        <p:cNvPr id="1" name=""/>
        <p:cNvGrpSpPr/>
        <p:nvPr/>
      </p:nvGrpSpPr>
      <p:grpSpPr>
        <a:xfrm>
          <a:off x="0" y="0"/>
          <a:ext cx="0" cy="0"/>
          <a:chOff x="0" y="0"/>
          <a:chExt cx="0" cy="0"/>
        </a:xfrm>
      </p:grpSpPr>
      <p:sp>
        <p:nvSpPr>
          <p:cNvPr id="16" name="Inhaltsplatzhalter 2"/>
          <p:cNvSpPr>
            <a:spLocks noGrp="1"/>
          </p:cNvSpPr>
          <p:nvPr>
            <p:ph idx="18"/>
          </p:nvPr>
        </p:nvSpPr>
        <p:spPr>
          <a:xfrm>
            <a:off x="335360" y="1507201"/>
            <a:ext cx="5433547" cy="2159999"/>
          </a:xfrm>
        </p:spPr>
        <p:txBody>
          <a:bodyPr>
            <a:normAutofit/>
          </a:bodyPr>
          <a:lstStyle>
            <a:lvl1pPr marL="0" indent="0">
              <a:lnSpc>
                <a:spcPct val="100000"/>
              </a:lnSpc>
              <a:spcBef>
                <a:spcPts val="0"/>
              </a:spcBef>
              <a:spcAft>
                <a:spcPts val="800"/>
              </a:spcAft>
              <a:buClr>
                <a:schemeClr val="accent1"/>
              </a:buClr>
              <a:buFontTx/>
              <a:buNone/>
              <a:defRPr sz="1867">
                <a:solidFill>
                  <a:schemeClr val="tx1"/>
                </a:solidFill>
              </a:defRPr>
            </a:lvl1pPr>
            <a:lvl2pPr>
              <a:lnSpc>
                <a:spcPct val="100000"/>
              </a:lnSpc>
              <a:spcBef>
                <a:spcPts val="0"/>
              </a:spcBef>
              <a:spcAft>
                <a:spcPts val="800"/>
              </a:spcAft>
              <a:buClr>
                <a:schemeClr val="accent1"/>
              </a:buClr>
              <a:defRPr sz="1867">
                <a:solidFill>
                  <a:schemeClr val="tx1"/>
                </a:solidFill>
              </a:defRPr>
            </a:lvl2pPr>
            <a:lvl3pPr>
              <a:lnSpc>
                <a:spcPct val="100000"/>
              </a:lnSpc>
              <a:spcBef>
                <a:spcPts val="0"/>
              </a:spcBef>
              <a:spcAft>
                <a:spcPts val="800"/>
              </a:spcAft>
              <a:buClr>
                <a:schemeClr val="accent1"/>
              </a:buClr>
              <a:defRPr sz="1867">
                <a:solidFill>
                  <a:schemeClr val="tx1"/>
                </a:solidFill>
              </a:defRPr>
            </a:lvl3pPr>
            <a:lvl4pPr>
              <a:lnSpc>
                <a:spcPct val="100000"/>
              </a:lnSpc>
              <a:spcBef>
                <a:spcPts val="0"/>
              </a:spcBef>
              <a:spcAft>
                <a:spcPts val="800"/>
              </a:spcAft>
              <a:buClr>
                <a:schemeClr val="accent1"/>
              </a:buClr>
              <a:defRPr sz="1867">
                <a:solidFill>
                  <a:schemeClr val="tx1"/>
                </a:solidFill>
              </a:defRPr>
            </a:lvl4pPr>
            <a:lvl5pPr>
              <a:lnSpc>
                <a:spcPct val="100000"/>
              </a:lnSpc>
              <a:spcBef>
                <a:spcPts val="0"/>
              </a:spcBef>
              <a:spcAft>
                <a:spcPts val="800"/>
              </a:spcAft>
              <a:buClr>
                <a:schemeClr val="accent1"/>
              </a:buClr>
              <a:defRPr sz="1867">
                <a:solidFill>
                  <a:schemeClr val="tx1"/>
                </a:solidFill>
              </a:defRPr>
            </a:lvl5pPr>
          </a:lstStyle>
          <a:p>
            <a:pPr lvl="0"/>
            <a:r>
              <a:rPr lang="en-US"/>
              <a:t>Click to edit Master text styles</a:t>
            </a:r>
          </a:p>
        </p:txBody>
      </p:sp>
      <p:sp>
        <p:nvSpPr>
          <p:cNvPr id="14" name="Inhaltsplatzhalter 2"/>
          <p:cNvSpPr>
            <a:spLocks noGrp="1"/>
          </p:cNvSpPr>
          <p:nvPr>
            <p:ph idx="17"/>
          </p:nvPr>
        </p:nvSpPr>
        <p:spPr>
          <a:xfrm>
            <a:off x="335360" y="3811200"/>
            <a:ext cx="5433547" cy="2160000"/>
          </a:xfrm>
        </p:spPr>
        <p:txBody>
          <a:bodyPr>
            <a:normAutofit/>
          </a:bodyPr>
          <a:lstStyle>
            <a:lvl1pPr marL="237061" indent="-237061">
              <a:lnSpc>
                <a:spcPct val="100000"/>
              </a:lnSpc>
              <a:spcBef>
                <a:spcPts val="0"/>
              </a:spcBef>
              <a:spcAft>
                <a:spcPts val="800"/>
              </a:spcAft>
              <a:buClr>
                <a:schemeClr val="accent1"/>
              </a:buClr>
              <a:buFont typeface="Wingdings" pitchFamily="2" charset="2"/>
              <a:buChar char="§"/>
              <a:defRPr sz="1867">
                <a:solidFill>
                  <a:schemeClr val="tx1"/>
                </a:solidFill>
              </a:defRPr>
            </a:lvl1pPr>
            <a:lvl2pPr>
              <a:lnSpc>
                <a:spcPct val="100000"/>
              </a:lnSpc>
              <a:spcBef>
                <a:spcPts val="0"/>
              </a:spcBef>
              <a:spcAft>
                <a:spcPts val="800"/>
              </a:spcAft>
              <a:buClr>
                <a:schemeClr val="accent1"/>
              </a:buClr>
              <a:defRPr sz="1867">
                <a:solidFill>
                  <a:schemeClr val="tx1"/>
                </a:solidFill>
              </a:defRPr>
            </a:lvl2pPr>
            <a:lvl3pPr>
              <a:lnSpc>
                <a:spcPct val="100000"/>
              </a:lnSpc>
              <a:spcBef>
                <a:spcPts val="0"/>
              </a:spcBef>
              <a:spcAft>
                <a:spcPts val="800"/>
              </a:spcAft>
              <a:buClr>
                <a:schemeClr val="accent1"/>
              </a:buClr>
              <a:defRPr sz="1867">
                <a:solidFill>
                  <a:schemeClr val="tx1"/>
                </a:solidFill>
              </a:defRPr>
            </a:lvl3pPr>
            <a:lvl4pPr>
              <a:lnSpc>
                <a:spcPct val="100000"/>
              </a:lnSpc>
              <a:spcBef>
                <a:spcPts val="0"/>
              </a:spcBef>
              <a:spcAft>
                <a:spcPts val="800"/>
              </a:spcAft>
              <a:buClr>
                <a:schemeClr val="accent1"/>
              </a:buClr>
              <a:defRPr sz="1867">
                <a:solidFill>
                  <a:schemeClr val="tx1"/>
                </a:solidFill>
              </a:defRPr>
            </a:lvl4pPr>
            <a:lvl5pPr>
              <a:lnSpc>
                <a:spcPct val="100000"/>
              </a:lnSpc>
              <a:spcBef>
                <a:spcPts val="0"/>
              </a:spcBef>
              <a:spcAft>
                <a:spcPts val="800"/>
              </a:spcAft>
              <a:buClr>
                <a:schemeClr val="accent1"/>
              </a:buClr>
              <a:defRPr sz="186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Bildplatzhalter 3"/>
          <p:cNvSpPr>
            <a:spLocks noGrp="1"/>
          </p:cNvSpPr>
          <p:nvPr>
            <p:ph type="pic" sz="quarter" idx="19"/>
          </p:nvPr>
        </p:nvSpPr>
        <p:spPr>
          <a:xfrm>
            <a:off x="6192011" y="1507199"/>
            <a:ext cx="5761567" cy="2160000"/>
          </a:xfrm>
        </p:spPr>
        <p:txBody>
          <a:bodyPr/>
          <a:lstStyle>
            <a:lvl1pPr marL="0" indent="0">
              <a:buFontTx/>
              <a:buNone/>
              <a:defRPr/>
            </a:lvl1pPr>
          </a:lstStyle>
          <a:p>
            <a:r>
              <a:rPr lang="en-US"/>
              <a:t>Click icon to add picture</a:t>
            </a:r>
            <a:endParaRPr lang="en-US" dirty="0"/>
          </a:p>
        </p:txBody>
      </p:sp>
      <p:sp>
        <p:nvSpPr>
          <p:cNvPr id="21" name="Bildplatzhalter 3"/>
          <p:cNvSpPr>
            <a:spLocks noGrp="1"/>
          </p:cNvSpPr>
          <p:nvPr>
            <p:ph type="pic" sz="quarter" idx="20"/>
          </p:nvPr>
        </p:nvSpPr>
        <p:spPr>
          <a:xfrm>
            <a:off x="6193526" y="3813043"/>
            <a:ext cx="5761567" cy="2160000"/>
          </a:xfrm>
        </p:spPr>
        <p:txBody>
          <a:bodyPr/>
          <a:lstStyle>
            <a:lvl1pPr marL="0" indent="0">
              <a:buFontTx/>
              <a:buNone/>
              <a:defRPr/>
            </a:lvl1pPr>
          </a:lstStyle>
          <a:p>
            <a:r>
              <a:rPr lang="en-US"/>
              <a:t>Click icon to add picture</a:t>
            </a:r>
            <a:endParaRPr lang="en-US" dirty="0"/>
          </a:p>
        </p:txBody>
      </p:sp>
      <p:sp>
        <p:nvSpPr>
          <p:cNvPr id="18"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19"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0"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6" name="Textplatzhalter 10"/>
          <p:cNvSpPr>
            <a:spLocks noGrp="1"/>
          </p:cNvSpPr>
          <p:nvPr>
            <p:ph type="body" sz="quarter" idx="13"/>
          </p:nvPr>
        </p:nvSpPr>
        <p:spPr>
          <a:xfrm>
            <a:off x="335360" y="763200"/>
            <a:ext cx="962464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5360" y="446400"/>
            <a:ext cx="962464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pic>
        <p:nvPicPr>
          <p:cNvPr id="12" name="Picture 11" descr="Logo, company name&#10;&#10;Description automatically generated">
            <a:extLst>
              <a:ext uri="{FF2B5EF4-FFF2-40B4-BE49-F238E27FC236}">
                <a16:creationId xmlns:a16="http://schemas.microsoft.com/office/drawing/2014/main" id="{A3C4FACA-E0B8-45DC-8569-9BE647AFB3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29039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able">
    <p:spTree>
      <p:nvGrpSpPr>
        <p:cNvPr id="1" name=""/>
        <p:cNvGrpSpPr/>
        <p:nvPr/>
      </p:nvGrpSpPr>
      <p:grpSpPr>
        <a:xfrm>
          <a:off x="0" y="0"/>
          <a:ext cx="0" cy="0"/>
          <a:chOff x="0" y="0"/>
          <a:chExt cx="0" cy="0"/>
        </a:xfrm>
      </p:grpSpPr>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7" name="Tabellenplatzhalter 6"/>
          <p:cNvSpPr>
            <a:spLocks noGrp="1"/>
          </p:cNvSpPr>
          <p:nvPr>
            <p:ph type="tbl" sz="quarter" idx="14"/>
          </p:nvPr>
        </p:nvSpPr>
        <p:spPr>
          <a:xfrm>
            <a:off x="432000" y="1816508"/>
            <a:ext cx="11529600" cy="3840000"/>
          </a:xfrm>
        </p:spPr>
        <p:txBody>
          <a:bodyPr/>
          <a:lstStyle>
            <a:lvl1pPr marL="0" indent="0">
              <a:buNone/>
              <a:defRPr/>
            </a:lvl1pPr>
          </a:lstStyle>
          <a:p>
            <a:r>
              <a:rPr lang="en-US"/>
              <a:t>Click icon to add table</a:t>
            </a:r>
            <a:endParaRPr lang="en-US" dirty="0"/>
          </a:p>
        </p:txBody>
      </p:sp>
      <p:sp>
        <p:nvSpPr>
          <p:cNvPr id="22"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3"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4"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13" name="Textplatzhalter 12"/>
          <p:cNvSpPr>
            <a:spLocks noGrp="1"/>
          </p:cNvSpPr>
          <p:nvPr>
            <p:ph type="body" sz="quarter" idx="15"/>
          </p:nvPr>
        </p:nvSpPr>
        <p:spPr>
          <a:xfrm>
            <a:off x="336000" y="5819720"/>
            <a:ext cx="7200000" cy="489600"/>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pic>
        <p:nvPicPr>
          <p:cNvPr id="10" name="Picture 9" descr="Logo, company name&#10;&#10;Description automatically generated">
            <a:extLst>
              <a:ext uri="{FF2B5EF4-FFF2-40B4-BE49-F238E27FC236}">
                <a16:creationId xmlns:a16="http://schemas.microsoft.com/office/drawing/2014/main" id="{9CD1E821-32F6-4F66-A87B-9CCBCCB6C3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341202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Table">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9184"/>
            <a:ext cx="12192000" cy="5348224"/>
          </a:xfrm>
          <a:prstGeom prst="rect">
            <a:avLst/>
          </a:prstGeom>
        </p:spPr>
      </p:pic>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7" name="Tabellenplatzhalter 6"/>
          <p:cNvSpPr>
            <a:spLocks noGrp="1"/>
          </p:cNvSpPr>
          <p:nvPr>
            <p:ph type="tbl" sz="quarter" idx="14"/>
          </p:nvPr>
        </p:nvSpPr>
        <p:spPr>
          <a:xfrm>
            <a:off x="432000" y="1816508"/>
            <a:ext cx="11529600" cy="3840000"/>
          </a:xfrm>
        </p:spPr>
        <p:txBody>
          <a:bodyPr/>
          <a:lstStyle>
            <a:lvl1pPr marL="0" indent="0">
              <a:buNone/>
              <a:defRPr/>
            </a:lvl1pPr>
          </a:lstStyle>
          <a:p>
            <a:r>
              <a:rPr lang="en-US"/>
              <a:t>Click icon to add table</a:t>
            </a:r>
            <a:endParaRPr lang="en-US" dirty="0"/>
          </a:p>
        </p:txBody>
      </p:sp>
      <p:sp>
        <p:nvSpPr>
          <p:cNvPr id="22"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3"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4"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13" name="Textplatzhalter 12"/>
          <p:cNvSpPr>
            <a:spLocks noGrp="1"/>
          </p:cNvSpPr>
          <p:nvPr>
            <p:ph type="body" sz="quarter" idx="15"/>
          </p:nvPr>
        </p:nvSpPr>
        <p:spPr>
          <a:xfrm>
            <a:off x="336000" y="5819720"/>
            <a:ext cx="7200000" cy="489600"/>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pic>
        <p:nvPicPr>
          <p:cNvPr id="11" name="Picture 10" descr="Logo, company name&#10;&#10;Description automatically generated">
            <a:extLst>
              <a:ext uri="{FF2B5EF4-FFF2-40B4-BE49-F238E27FC236}">
                <a16:creationId xmlns:a16="http://schemas.microsoft.com/office/drawing/2014/main" id="{BD9540AD-7F09-4F53-A6A9-EA127776BC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3742006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agram">
    <p:spTree>
      <p:nvGrpSpPr>
        <p:cNvPr id="1" name=""/>
        <p:cNvGrpSpPr/>
        <p:nvPr/>
      </p:nvGrpSpPr>
      <p:grpSpPr>
        <a:xfrm>
          <a:off x="0" y="0"/>
          <a:ext cx="0" cy="0"/>
          <a:chOff x="0" y="0"/>
          <a:chExt cx="0" cy="0"/>
        </a:xfrm>
      </p:grpSpPr>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2"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3"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4"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13" name="Textplatzhalter 12"/>
          <p:cNvSpPr>
            <a:spLocks noGrp="1"/>
          </p:cNvSpPr>
          <p:nvPr>
            <p:ph type="body" sz="quarter" idx="15"/>
          </p:nvPr>
        </p:nvSpPr>
        <p:spPr>
          <a:xfrm>
            <a:off x="336000" y="5445225"/>
            <a:ext cx="5433547" cy="488016"/>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sp>
        <p:nvSpPr>
          <p:cNvPr id="14" name="Diagrammplatzhalter 9"/>
          <p:cNvSpPr>
            <a:spLocks noGrp="1"/>
          </p:cNvSpPr>
          <p:nvPr>
            <p:ph type="chart" sz="quarter" idx="16"/>
          </p:nvPr>
        </p:nvSpPr>
        <p:spPr>
          <a:xfrm>
            <a:off x="336000" y="1704000"/>
            <a:ext cx="5433547" cy="3648000"/>
          </a:xfrm>
        </p:spPr>
        <p:txBody>
          <a:bodyPr/>
          <a:lstStyle>
            <a:lvl1pPr marL="0" indent="0">
              <a:buFontTx/>
              <a:buNone/>
              <a:defRPr/>
            </a:lvl1pPr>
          </a:lstStyle>
          <a:p>
            <a:r>
              <a:rPr lang="en-US"/>
              <a:t>Click icon to add chart</a:t>
            </a:r>
            <a:endParaRPr lang="en-US" dirty="0"/>
          </a:p>
        </p:txBody>
      </p:sp>
      <p:sp>
        <p:nvSpPr>
          <p:cNvPr id="15" name="Diagrammplatzhalter 9"/>
          <p:cNvSpPr>
            <a:spLocks noGrp="1"/>
          </p:cNvSpPr>
          <p:nvPr>
            <p:ph type="chart" sz="quarter" idx="17"/>
          </p:nvPr>
        </p:nvSpPr>
        <p:spPr>
          <a:xfrm>
            <a:off x="6526176" y="1704000"/>
            <a:ext cx="5433547" cy="3648000"/>
          </a:xfrm>
        </p:spPr>
        <p:txBody>
          <a:bodyPr/>
          <a:lstStyle>
            <a:lvl1pPr marL="0" indent="0">
              <a:buFontTx/>
              <a:buNone/>
              <a:defRPr/>
            </a:lvl1pPr>
          </a:lstStyle>
          <a:p>
            <a:r>
              <a:rPr lang="en-US"/>
              <a:t>Click icon to add chart</a:t>
            </a:r>
            <a:endParaRPr lang="en-US" dirty="0"/>
          </a:p>
        </p:txBody>
      </p:sp>
      <p:sp>
        <p:nvSpPr>
          <p:cNvPr id="16" name="Textplatzhalter 12"/>
          <p:cNvSpPr>
            <a:spLocks noGrp="1"/>
          </p:cNvSpPr>
          <p:nvPr>
            <p:ph type="body" sz="quarter" idx="18"/>
          </p:nvPr>
        </p:nvSpPr>
        <p:spPr>
          <a:xfrm>
            <a:off x="6526176" y="5437263"/>
            <a:ext cx="5433547" cy="488016"/>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pic>
        <p:nvPicPr>
          <p:cNvPr id="17" name="Picture 16" descr="Logo, company name&#10;&#10;Description automatically generated">
            <a:extLst>
              <a:ext uri="{FF2B5EF4-FFF2-40B4-BE49-F238E27FC236}">
                <a16:creationId xmlns:a16="http://schemas.microsoft.com/office/drawing/2014/main" id="{73A342ED-0ADB-45A1-B898-E911F41350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364255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Diagram">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9184"/>
            <a:ext cx="12192000" cy="5348224"/>
          </a:xfrm>
          <a:prstGeom prst="rect">
            <a:avLst/>
          </a:prstGeom>
        </p:spPr>
      </p:pic>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2"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3"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4"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13" name="Textplatzhalter 12"/>
          <p:cNvSpPr>
            <a:spLocks noGrp="1"/>
          </p:cNvSpPr>
          <p:nvPr>
            <p:ph type="body" sz="quarter" idx="15"/>
          </p:nvPr>
        </p:nvSpPr>
        <p:spPr>
          <a:xfrm>
            <a:off x="336000" y="5445224"/>
            <a:ext cx="5433547" cy="489600"/>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sp>
        <p:nvSpPr>
          <p:cNvPr id="14" name="Diagrammplatzhalter 9"/>
          <p:cNvSpPr>
            <a:spLocks noGrp="1"/>
          </p:cNvSpPr>
          <p:nvPr>
            <p:ph type="chart" sz="quarter" idx="16"/>
          </p:nvPr>
        </p:nvSpPr>
        <p:spPr>
          <a:xfrm>
            <a:off x="336000" y="1704000"/>
            <a:ext cx="5433547" cy="3648000"/>
          </a:xfrm>
        </p:spPr>
        <p:txBody>
          <a:bodyPr/>
          <a:lstStyle>
            <a:lvl1pPr marL="0" indent="0">
              <a:buFontTx/>
              <a:buNone/>
              <a:defRPr/>
            </a:lvl1pPr>
          </a:lstStyle>
          <a:p>
            <a:r>
              <a:rPr lang="en-US"/>
              <a:t>Click icon to add chart</a:t>
            </a:r>
            <a:endParaRPr lang="en-US" dirty="0"/>
          </a:p>
        </p:txBody>
      </p:sp>
      <p:sp>
        <p:nvSpPr>
          <p:cNvPr id="15" name="Diagrammplatzhalter 9"/>
          <p:cNvSpPr>
            <a:spLocks noGrp="1"/>
          </p:cNvSpPr>
          <p:nvPr>
            <p:ph type="chart" sz="quarter" idx="17"/>
          </p:nvPr>
        </p:nvSpPr>
        <p:spPr>
          <a:xfrm>
            <a:off x="6526176" y="1704000"/>
            <a:ext cx="5433547" cy="3648000"/>
          </a:xfrm>
        </p:spPr>
        <p:txBody>
          <a:bodyPr/>
          <a:lstStyle>
            <a:lvl1pPr marL="0" indent="0">
              <a:buFontTx/>
              <a:buNone/>
              <a:defRPr/>
            </a:lvl1pPr>
          </a:lstStyle>
          <a:p>
            <a:r>
              <a:rPr lang="en-US"/>
              <a:t>Click icon to add chart</a:t>
            </a:r>
            <a:endParaRPr lang="en-US" dirty="0"/>
          </a:p>
        </p:txBody>
      </p:sp>
      <p:sp>
        <p:nvSpPr>
          <p:cNvPr id="16" name="Textplatzhalter 12"/>
          <p:cNvSpPr>
            <a:spLocks noGrp="1"/>
          </p:cNvSpPr>
          <p:nvPr>
            <p:ph type="body" sz="quarter" idx="18"/>
          </p:nvPr>
        </p:nvSpPr>
        <p:spPr>
          <a:xfrm>
            <a:off x="6526176" y="5437261"/>
            <a:ext cx="5433547" cy="489600"/>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pic>
        <p:nvPicPr>
          <p:cNvPr id="17" name="Picture 16" descr="Logo, company name&#10;&#10;Description automatically generated">
            <a:extLst>
              <a:ext uri="{FF2B5EF4-FFF2-40B4-BE49-F238E27FC236}">
                <a16:creationId xmlns:a16="http://schemas.microsoft.com/office/drawing/2014/main" id="{79D26646-FC13-49FE-9A3E-440B12A5CA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960547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gram_Picture">
    <p:spTree>
      <p:nvGrpSpPr>
        <p:cNvPr id="1" name=""/>
        <p:cNvGrpSpPr/>
        <p:nvPr/>
      </p:nvGrpSpPr>
      <p:grpSpPr>
        <a:xfrm>
          <a:off x="0" y="0"/>
          <a:ext cx="0" cy="0"/>
          <a:chOff x="0" y="0"/>
          <a:chExt cx="0" cy="0"/>
        </a:xfrm>
      </p:grpSpPr>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2"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3"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4"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13" name="Textplatzhalter 12"/>
          <p:cNvSpPr>
            <a:spLocks noGrp="1"/>
          </p:cNvSpPr>
          <p:nvPr>
            <p:ph type="body" sz="quarter" idx="15"/>
          </p:nvPr>
        </p:nvSpPr>
        <p:spPr>
          <a:xfrm>
            <a:off x="336000" y="5445225"/>
            <a:ext cx="5433547" cy="488016"/>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sp>
        <p:nvSpPr>
          <p:cNvPr id="14" name="Diagrammplatzhalter 9"/>
          <p:cNvSpPr>
            <a:spLocks noGrp="1"/>
          </p:cNvSpPr>
          <p:nvPr>
            <p:ph type="chart" sz="quarter" idx="16"/>
          </p:nvPr>
        </p:nvSpPr>
        <p:spPr>
          <a:xfrm>
            <a:off x="336000" y="1704000"/>
            <a:ext cx="5433547" cy="3648000"/>
          </a:xfrm>
        </p:spPr>
        <p:txBody>
          <a:bodyPr/>
          <a:lstStyle>
            <a:lvl1pPr marL="0" indent="0">
              <a:buFontTx/>
              <a:buNone/>
              <a:defRPr/>
            </a:lvl1pPr>
          </a:lstStyle>
          <a:p>
            <a:r>
              <a:rPr lang="en-US"/>
              <a:t>Click icon to add chart</a:t>
            </a:r>
            <a:endParaRPr lang="en-US" dirty="0"/>
          </a:p>
        </p:txBody>
      </p:sp>
      <p:sp>
        <p:nvSpPr>
          <p:cNvPr id="3" name="Bildplatzhalter 2"/>
          <p:cNvSpPr>
            <a:spLocks noGrp="1"/>
          </p:cNvSpPr>
          <p:nvPr>
            <p:ph type="pic" sz="quarter" idx="19"/>
          </p:nvPr>
        </p:nvSpPr>
        <p:spPr>
          <a:xfrm>
            <a:off x="6525683" y="1703918"/>
            <a:ext cx="5435916" cy="4229324"/>
          </a:xfrm>
        </p:spPr>
        <p:txBody>
          <a:bodyPr/>
          <a:lstStyle>
            <a:lvl1pPr marL="0" indent="0">
              <a:buNone/>
              <a:defRPr/>
            </a:lvl1pPr>
          </a:lstStyle>
          <a:p>
            <a:r>
              <a:rPr lang="en-US"/>
              <a:t>Click icon to add picture</a:t>
            </a:r>
            <a:endParaRPr lang="en-US" dirty="0"/>
          </a:p>
        </p:txBody>
      </p:sp>
      <p:pic>
        <p:nvPicPr>
          <p:cNvPr id="11" name="Picture 10" descr="Logo, company name&#10;&#10;Description automatically generated">
            <a:extLst>
              <a:ext uri="{FF2B5EF4-FFF2-40B4-BE49-F238E27FC236}">
                <a16:creationId xmlns:a16="http://schemas.microsoft.com/office/drawing/2014/main" id="{661F6F93-BC40-4991-97BB-41993D8C34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382161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Diagram_Picture">
    <p:spTree>
      <p:nvGrpSpPr>
        <p:cNvPr id="1" name=""/>
        <p:cNvGrpSpPr/>
        <p:nvPr/>
      </p:nvGrpSpPr>
      <p:grpSpPr>
        <a:xfrm>
          <a:off x="0" y="0"/>
          <a:ext cx="0" cy="0"/>
          <a:chOff x="0" y="0"/>
          <a:chExt cx="0" cy="0"/>
        </a:xfrm>
      </p:grpSpPr>
      <p:pic>
        <p:nvPicPr>
          <p:cNvPr id="15" name="Grafik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9184"/>
            <a:ext cx="12192000" cy="5348224"/>
          </a:xfrm>
          <a:prstGeom prst="rect">
            <a:avLst/>
          </a:prstGeom>
        </p:spPr>
      </p:pic>
      <p:sp>
        <p:nvSpPr>
          <p:cNvPr id="6" name="Textplatzhalter 10"/>
          <p:cNvSpPr>
            <a:spLocks noGrp="1"/>
          </p:cNvSpPr>
          <p:nvPr>
            <p:ph type="body" sz="quarter" idx="13"/>
          </p:nvPr>
        </p:nvSpPr>
        <p:spPr>
          <a:xfrm>
            <a:off x="336000" y="763200"/>
            <a:ext cx="96240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6000" y="446400"/>
            <a:ext cx="96240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2"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23"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4"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13" name="Textplatzhalter 12"/>
          <p:cNvSpPr>
            <a:spLocks noGrp="1"/>
          </p:cNvSpPr>
          <p:nvPr>
            <p:ph type="body" sz="quarter" idx="15"/>
          </p:nvPr>
        </p:nvSpPr>
        <p:spPr>
          <a:xfrm>
            <a:off x="336000" y="5445225"/>
            <a:ext cx="5433547" cy="488016"/>
          </a:xfrm>
        </p:spPr>
        <p:txBody>
          <a:bodyPr/>
          <a:lstStyle>
            <a:lvl1pPr marL="0" indent="0">
              <a:buFontTx/>
              <a:buNone/>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Click to edit Master text styles</a:t>
            </a:r>
          </a:p>
        </p:txBody>
      </p:sp>
      <p:sp>
        <p:nvSpPr>
          <p:cNvPr id="14" name="Diagrammplatzhalter 9"/>
          <p:cNvSpPr>
            <a:spLocks noGrp="1"/>
          </p:cNvSpPr>
          <p:nvPr>
            <p:ph type="chart" sz="quarter" idx="16"/>
          </p:nvPr>
        </p:nvSpPr>
        <p:spPr>
          <a:xfrm>
            <a:off x="336000" y="1704000"/>
            <a:ext cx="5433547" cy="3648000"/>
          </a:xfrm>
        </p:spPr>
        <p:txBody>
          <a:bodyPr/>
          <a:lstStyle>
            <a:lvl1pPr marL="0" indent="0">
              <a:buFontTx/>
              <a:buNone/>
              <a:defRPr/>
            </a:lvl1pPr>
          </a:lstStyle>
          <a:p>
            <a:r>
              <a:rPr lang="en-US"/>
              <a:t>Click icon to add chart</a:t>
            </a:r>
            <a:endParaRPr lang="en-US" dirty="0"/>
          </a:p>
        </p:txBody>
      </p:sp>
      <p:sp>
        <p:nvSpPr>
          <p:cNvPr id="3" name="Bildplatzhalter 2"/>
          <p:cNvSpPr>
            <a:spLocks noGrp="1"/>
          </p:cNvSpPr>
          <p:nvPr>
            <p:ph type="pic" sz="quarter" idx="19"/>
          </p:nvPr>
        </p:nvSpPr>
        <p:spPr>
          <a:xfrm>
            <a:off x="6525683" y="1703918"/>
            <a:ext cx="5435916" cy="4229324"/>
          </a:xfrm>
        </p:spPr>
        <p:txBody>
          <a:bodyPr/>
          <a:lstStyle>
            <a:lvl1pPr marL="0" indent="0">
              <a:buNone/>
              <a:defRPr/>
            </a:lvl1pPr>
          </a:lstStyle>
          <a:p>
            <a:r>
              <a:rPr lang="en-US"/>
              <a:t>Click icon to add picture</a:t>
            </a:r>
            <a:endParaRPr lang="en-US" dirty="0"/>
          </a:p>
        </p:txBody>
      </p:sp>
      <p:pic>
        <p:nvPicPr>
          <p:cNvPr id="16" name="Picture 15" descr="Logo, company name&#10;&#10;Description automatically generated">
            <a:extLst>
              <a:ext uri="{FF2B5EF4-FFF2-40B4-BE49-F238E27FC236}">
                <a16:creationId xmlns:a16="http://schemas.microsoft.com/office/drawing/2014/main" id="{D9B1F2AF-212F-4808-8F97-8B8FF079E0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21694076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_Speech">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7805" y="0"/>
            <a:ext cx="6094195" cy="6858000"/>
          </a:xfrm>
          <a:prstGeom prst="rect">
            <a:avLst/>
          </a:prstGeom>
        </p:spPr>
      </p:pic>
      <p:pic>
        <p:nvPicPr>
          <p:cNvPr id="11" name="Grafik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06401" y="1509184"/>
            <a:ext cx="4961993" cy="4128000"/>
          </a:xfrm>
          <a:prstGeom prst="rect">
            <a:avLst/>
          </a:prstGeom>
          <a:effectLst>
            <a:outerShdw blurRad="50800" dist="19050" dir="2700000" algn="tl" rotWithShape="0">
              <a:prstClr val="black">
                <a:alpha val="40000"/>
              </a:prstClr>
            </a:outerShdw>
          </a:effectLst>
        </p:spPr>
      </p:pic>
      <p:sp>
        <p:nvSpPr>
          <p:cNvPr id="18"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19"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0"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6" name="Textplatzhalter 10"/>
          <p:cNvSpPr>
            <a:spLocks noGrp="1"/>
          </p:cNvSpPr>
          <p:nvPr>
            <p:ph type="body" sz="quarter" idx="13"/>
          </p:nvPr>
        </p:nvSpPr>
        <p:spPr>
          <a:xfrm>
            <a:off x="335360" y="763200"/>
            <a:ext cx="54336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5360" y="446400"/>
            <a:ext cx="54336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10" name="Inhaltsplatzhalter 2"/>
          <p:cNvSpPr>
            <a:spLocks noGrp="1"/>
          </p:cNvSpPr>
          <p:nvPr>
            <p:ph idx="1"/>
          </p:nvPr>
        </p:nvSpPr>
        <p:spPr>
          <a:xfrm>
            <a:off x="335360" y="2180863"/>
            <a:ext cx="5433547" cy="3648405"/>
          </a:xfrm>
        </p:spPr>
        <p:txBody>
          <a:bodyPr>
            <a:normAutofit/>
          </a:bodyPr>
          <a:lstStyle>
            <a:lvl1pPr marL="237061" indent="-237061">
              <a:lnSpc>
                <a:spcPct val="100000"/>
              </a:lnSpc>
              <a:spcBef>
                <a:spcPts val="0"/>
              </a:spcBef>
              <a:spcAft>
                <a:spcPts val="800"/>
              </a:spcAft>
              <a:buClr>
                <a:schemeClr val="accent1"/>
              </a:buClr>
              <a:buFont typeface="Wingdings" pitchFamily="2" charset="2"/>
              <a:buChar char="§"/>
              <a:defRPr sz="1867">
                <a:solidFill>
                  <a:schemeClr val="tx1"/>
                </a:solidFill>
              </a:defRPr>
            </a:lvl1pPr>
            <a:lvl2pPr marL="480472" indent="-243411">
              <a:lnSpc>
                <a:spcPct val="100000"/>
              </a:lnSpc>
              <a:spcBef>
                <a:spcPts val="0"/>
              </a:spcBef>
              <a:spcAft>
                <a:spcPts val="800"/>
              </a:spcAft>
              <a:buClr>
                <a:schemeClr val="accent1"/>
              </a:buClr>
              <a:defRPr sz="1867">
                <a:solidFill>
                  <a:schemeClr val="tx1"/>
                </a:solidFill>
              </a:defRPr>
            </a:lvl2pPr>
            <a:lvl3pPr>
              <a:lnSpc>
                <a:spcPct val="100000"/>
              </a:lnSpc>
              <a:spcBef>
                <a:spcPts val="0"/>
              </a:spcBef>
              <a:spcAft>
                <a:spcPts val="800"/>
              </a:spcAft>
              <a:buClr>
                <a:schemeClr val="accent1"/>
              </a:buClr>
              <a:defRPr sz="1867">
                <a:solidFill>
                  <a:schemeClr val="tx1"/>
                </a:solidFill>
              </a:defRPr>
            </a:lvl3pPr>
            <a:lvl4pPr>
              <a:lnSpc>
                <a:spcPct val="100000"/>
              </a:lnSpc>
              <a:spcBef>
                <a:spcPts val="0"/>
              </a:spcBef>
              <a:spcAft>
                <a:spcPts val="800"/>
              </a:spcAft>
              <a:buClr>
                <a:schemeClr val="accent1"/>
              </a:buClr>
              <a:defRPr sz="1867">
                <a:solidFill>
                  <a:schemeClr val="tx1"/>
                </a:solidFill>
              </a:defRPr>
            </a:lvl4pPr>
            <a:lvl5pPr>
              <a:lnSpc>
                <a:spcPct val="100000"/>
              </a:lnSpc>
              <a:spcBef>
                <a:spcPts val="0"/>
              </a:spcBef>
              <a:spcAft>
                <a:spcPts val="800"/>
              </a:spcAft>
              <a:buClr>
                <a:schemeClr val="accent1"/>
              </a:buClr>
              <a:defRPr sz="186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platzhalter 20"/>
          <p:cNvSpPr>
            <a:spLocks noGrp="1"/>
          </p:cNvSpPr>
          <p:nvPr>
            <p:ph type="body" sz="quarter" idx="17"/>
          </p:nvPr>
        </p:nvSpPr>
        <p:spPr>
          <a:xfrm>
            <a:off x="334434" y="1509184"/>
            <a:ext cx="5433484" cy="489600"/>
          </a:xfrm>
        </p:spPr>
        <p:txBody>
          <a:bodyPr/>
          <a:lstStyle>
            <a:lvl1pPr marL="0" indent="0">
              <a:buNone/>
              <a:defRPr b="1"/>
            </a:lvl1pPr>
          </a:lstStyle>
          <a:p>
            <a:pPr lvl="0"/>
            <a:r>
              <a:rPr lang="en-US"/>
              <a:t>Click to edit Master text styles</a:t>
            </a:r>
          </a:p>
        </p:txBody>
      </p:sp>
      <p:sp>
        <p:nvSpPr>
          <p:cNvPr id="16" name="Textplatzhalter 6"/>
          <p:cNvSpPr>
            <a:spLocks noGrp="1"/>
          </p:cNvSpPr>
          <p:nvPr>
            <p:ph type="body" sz="quarter" idx="18"/>
          </p:nvPr>
        </p:nvSpPr>
        <p:spPr>
          <a:xfrm>
            <a:off x="7059076" y="1776403"/>
            <a:ext cx="4401973" cy="2109280"/>
          </a:xfrm>
        </p:spPr>
        <p:txBody>
          <a:bodyPr/>
          <a:lstStyle>
            <a:lvl1pPr marL="0" indent="0">
              <a:buNone/>
              <a:defRPr/>
            </a:lvl1pPr>
          </a:lstStyle>
          <a:p>
            <a:pPr lvl="0"/>
            <a:r>
              <a:rPr lang="en-US"/>
              <a:t>Click to edit Master text styles</a:t>
            </a:r>
          </a:p>
        </p:txBody>
      </p:sp>
      <p:pic>
        <p:nvPicPr>
          <p:cNvPr id="13" name="Picture 12" descr="Logo, company name&#10;&#10;Description automatically generated">
            <a:extLst>
              <a:ext uri="{FF2B5EF4-FFF2-40B4-BE49-F238E27FC236}">
                <a16:creationId xmlns:a16="http://schemas.microsoft.com/office/drawing/2014/main" id="{957FA617-C1A3-42E2-A154-8EEAC12553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2409153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_Speech_2">
    <p:spTree>
      <p:nvGrpSpPr>
        <p:cNvPr id="1" name=""/>
        <p:cNvGrpSpPr/>
        <p:nvPr/>
      </p:nvGrpSpPr>
      <p:grpSpPr>
        <a:xfrm>
          <a:off x="0" y="0"/>
          <a:ext cx="0" cy="0"/>
          <a:chOff x="0" y="0"/>
          <a:chExt cx="0" cy="0"/>
        </a:xfrm>
      </p:grpSpPr>
      <p:pic>
        <p:nvPicPr>
          <p:cNvPr id="12" name="Grafik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06955" y="1509184"/>
            <a:ext cx="4921840" cy="4126392"/>
          </a:xfrm>
          <a:prstGeom prst="rect">
            <a:avLst/>
          </a:prstGeom>
          <a:effectLst>
            <a:outerShdw blurRad="50800" dist="19050" dir="2700000" algn="tl" rotWithShape="0">
              <a:prstClr val="black">
                <a:alpha val="40000"/>
              </a:prstClr>
            </a:outerShdw>
          </a:effectLst>
        </p:spPr>
      </p:pic>
      <p:sp>
        <p:nvSpPr>
          <p:cNvPr id="18"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19"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0"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6" name="Textplatzhalter 10"/>
          <p:cNvSpPr>
            <a:spLocks noGrp="1"/>
          </p:cNvSpPr>
          <p:nvPr>
            <p:ph type="body" sz="quarter" idx="13"/>
          </p:nvPr>
        </p:nvSpPr>
        <p:spPr>
          <a:xfrm>
            <a:off x="335360" y="763200"/>
            <a:ext cx="54336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5360" y="446400"/>
            <a:ext cx="54336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10" name="Inhaltsplatzhalter 2"/>
          <p:cNvSpPr>
            <a:spLocks noGrp="1"/>
          </p:cNvSpPr>
          <p:nvPr>
            <p:ph idx="1"/>
          </p:nvPr>
        </p:nvSpPr>
        <p:spPr>
          <a:xfrm>
            <a:off x="335360" y="2180863"/>
            <a:ext cx="5433547" cy="3648405"/>
          </a:xfrm>
        </p:spPr>
        <p:txBody>
          <a:bodyPr>
            <a:normAutofit/>
          </a:bodyPr>
          <a:lstStyle>
            <a:lvl1pPr marL="237061" indent="-237061">
              <a:lnSpc>
                <a:spcPct val="100000"/>
              </a:lnSpc>
              <a:spcBef>
                <a:spcPts val="0"/>
              </a:spcBef>
              <a:spcAft>
                <a:spcPts val="800"/>
              </a:spcAft>
              <a:buClr>
                <a:schemeClr val="accent1"/>
              </a:buClr>
              <a:buFont typeface="Wingdings" pitchFamily="2" charset="2"/>
              <a:buChar char="§"/>
              <a:defRPr sz="1867">
                <a:solidFill>
                  <a:schemeClr val="tx1"/>
                </a:solidFill>
              </a:defRPr>
            </a:lvl1pPr>
            <a:lvl2pPr>
              <a:lnSpc>
                <a:spcPct val="100000"/>
              </a:lnSpc>
              <a:spcBef>
                <a:spcPts val="0"/>
              </a:spcBef>
              <a:spcAft>
                <a:spcPts val="800"/>
              </a:spcAft>
              <a:buClr>
                <a:schemeClr val="accent1"/>
              </a:buClr>
              <a:defRPr sz="1867">
                <a:solidFill>
                  <a:schemeClr val="tx1"/>
                </a:solidFill>
              </a:defRPr>
            </a:lvl2pPr>
            <a:lvl3pPr>
              <a:lnSpc>
                <a:spcPct val="100000"/>
              </a:lnSpc>
              <a:spcBef>
                <a:spcPts val="0"/>
              </a:spcBef>
              <a:spcAft>
                <a:spcPts val="800"/>
              </a:spcAft>
              <a:buClr>
                <a:schemeClr val="accent1"/>
              </a:buClr>
              <a:defRPr sz="1867">
                <a:solidFill>
                  <a:schemeClr val="tx1"/>
                </a:solidFill>
              </a:defRPr>
            </a:lvl3pPr>
            <a:lvl4pPr>
              <a:lnSpc>
                <a:spcPct val="100000"/>
              </a:lnSpc>
              <a:spcBef>
                <a:spcPts val="0"/>
              </a:spcBef>
              <a:spcAft>
                <a:spcPts val="800"/>
              </a:spcAft>
              <a:buClr>
                <a:schemeClr val="accent1"/>
              </a:buClr>
              <a:defRPr sz="1867">
                <a:solidFill>
                  <a:schemeClr val="tx1"/>
                </a:solidFill>
              </a:defRPr>
            </a:lvl4pPr>
            <a:lvl5pPr>
              <a:lnSpc>
                <a:spcPct val="100000"/>
              </a:lnSpc>
              <a:spcBef>
                <a:spcPts val="0"/>
              </a:spcBef>
              <a:spcAft>
                <a:spcPts val="800"/>
              </a:spcAft>
              <a:buClr>
                <a:schemeClr val="accent1"/>
              </a:buClr>
              <a:defRPr sz="186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platzhalter 20"/>
          <p:cNvSpPr>
            <a:spLocks noGrp="1"/>
          </p:cNvSpPr>
          <p:nvPr>
            <p:ph type="body" sz="quarter" idx="17"/>
          </p:nvPr>
        </p:nvSpPr>
        <p:spPr>
          <a:xfrm>
            <a:off x="334434" y="1509184"/>
            <a:ext cx="5433484" cy="489600"/>
          </a:xfrm>
        </p:spPr>
        <p:txBody>
          <a:bodyPr/>
          <a:lstStyle>
            <a:lvl1pPr marL="0" indent="0">
              <a:buNone/>
              <a:defRPr b="1"/>
            </a:lvl1pPr>
          </a:lstStyle>
          <a:p>
            <a:pPr lvl="0"/>
            <a:r>
              <a:rPr lang="en-US"/>
              <a:t>Click to edit Master text styles</a:t>
            </a:r>
          </a:p>
        </p:txBody>
      </p:sp>
      <p:sp>
        <p:nvSpPr>
          <p:cNvPr id="23" name="Textplatzhalter 6"/>
          <p:cNvSpPr>
            <a:spLocks noGrp="1"/>
          </p:cNvSpPr>
          <p:nvPr>
            <p:ph type="body" sz="quarter" idx="18"/>
          </p:nvPr>
        </p:nvSpPr>
        <p:spPr>
          <a:xfrm>
            <a:off x="7059076" y="1776403"/>
            <a:ext cx="4401973" cy="2109280"/>
          </a:xfrm>
        </p:spPr>
        <p:txBody>
          <a:bodyPr/>
          <a:lstStyle>
            <a:lvl1pPr marL="0" indent="0">
              <a:buNone/>
              <a:defRPr/>
            </a:lvl1pPr>
          </a:lstStyle>
          <a:p>
            <a:pPr lvl="0"/>
            <a:r>
              <a:rPr lang="en-US"/>
              <a:t>Click to edit Master text styles</a:t>
            </a:r>
          </a:p>
        </p:txBody>
      </p:sp>
      <p:pic>
        <p:nvPicPr>
          <p:cNvPr id="13" name="Picture 12" descr="Logo, company name&#10;&#10;Description automatically generated">
            <a:extLst>
              <a:ext uri="{FF2B5EF4-FFF2-40B4-BE49-F238E27FC236}">
                <a16:creationId xmlns:a16="http://schemas.microsoft.com/office/drawing/2014/main" id="{078B578A-F4B9-4CD4-9DA7-40CFE16505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42241663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peech_Picture">
    <p:spTree>
      <p:nvGrpSpPr>
        <p:cNvPr id="1" name=""/>
        <p:cNvGrpSpPr/>
        <p:nvPr/>
      </p:nvGrpSpPr>
      <p:grpSpPr>
        <a:xfrm>
          <a:off x="0" y="0"/>
          <a:ext cx="0" cy="0"/>
          <a:chOff x="0" y="0"/>
          <a:chExt cx="0" cy="0"/>
        </a:xfrm>
      </p:grpSpPr>
      <p:pic>
        <p:nvPicPr>
          <p:cNvPr id="12" name="Grafik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001" y="1508329"/>
            <a:ext cx="5152769" cy="4320000"/>
          </a:xfrm>
          <a:prstGeom prst="rect">
            <a:avLst/>
          </a:prstGeom>
          <a:effectLst>
            <a:outerShdw blurRad="50800" dist="19050" dir="2700000" algn="tl" rotWithShape="0">
              <a:prstClr val="black">
                <a:alpha val="40000"/>
              </a:prstClr>
            </a:outerShdw>
          </a:effectLst>
        </p:spPr>
      </p:pic>
      <p:sp>
        <p:nvSpPr>
          <p:cNvPr id="18" name="Datumsplatzhalter 3"/>
          <p:cNvSpPr>
            <a:spLocks noGrp="1"/>
          </p:cNvSpPr>
          <p:nvPr>
            <p:ph type="dt" sz="half" idx="2"/>
          </p:nvPr>
        </p:nvSpPr>
        <p:spPr>
          <a:xfrm>
            <a:off x="67616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19" name="Fußzeilenplatzhalter 4"/>
          <p:cNvSpPr>
            <a:spLocks noGrp="1"/>
          </p:cNvSpPr>
          <p:nvPr>
            <p:ph type="ftr" sz="quarter" idx="3"/>
          </p:nvPr>
        </p:nvSpPr>
        <p:spPr>
          <a:xfrm>
            <a:off x="1607360" y="6480000"/>
            <a:ext cx="4176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20" name="Foliennummernplatzhalter 1"/>
          <p:cNvSpPr>
            <a:spLocks noGrp="1"/>
          </p:cNvSpPr>
          <p:nvPr>
            <p:ph type="sldNum" sz="quarter" idx="4"/>
          </p:nvPr>
        </p:nvSpPr>
        <p:spPr>
          <a:xfrm>
            <a:off x="33536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
        <p:nvSpPr>
          <p:cNvPr id="6" name="Textplatzhalter 10"/>
          <p:cNvSpPr>
            <a:spLocks noGrp="1"/>
          </p:cNvSpPr>
          <p:nvPr>
            <p:ph type="body" sz="quarter" idx="13"/>
          </p:nvPr>
        </p:nvSpPr>
        <p:spPr>
          <a:xfrm>
            <a:off x="335360" y="763200"/>
            <a:ext cx="5433600" cy="297600"/>
          </a:xfrm>
        </p:spPr>
        <p:txBody>
          <a:bodyPr anchor="t">
            <a:noAutofit/>
          </a:bodyPr>
          <a:lstStyle>
            <a:lvl1pPr marL="0" indent="0">
              <a:buFontTx/>
              <a:buNone/>
              <a:defRPr sz="1733" b="0" cap="all" baseline="0">
                <a:solidFill>
                  <a:schemeClr val="tx1"/>
                </a:solidFill>
              </a:defRPr>
            </a:lvl1pPr>
            <a:lvl2pPr>
              <a:defRPr sz="2667"/>
            </a:lvl2pPr>
            <a:lvl3pPr>
              <a:defRPr sz="2667"/>
            </a:lvl3pPr>
            <a:lvl4pPr>
              <a:defRPr sz="2667"/>
            </a:lvl4pPr>
            <a:lvl5pPr>
              <a:defRPr sz="2667"/>
            </a:lvl5pPr>
          </a:lstStyle>
          <a:p>
            <a:pPr lvl="0"/>
            <a:r>
              <a:rPr lang="en-US" noProof="0"/>
              <a:t>Click to edit Master text styles</a:t>
            </a:r>
          </a:p>
        </p:txBody>
      </p:sp>
      <p:sp>
        <p:nvSpPr>
          <p:cNvPr id="9" name="Titelplatzhalter 1"/>
          <p:cNvSpPr>
            <a:spLocks noGrp="1"/>
          </p:cNvSpPr>
          <p:nvPr>
            <p:ph type="title"/>
          </p:nvPr>
        </p:nvSpPr>
        <p:spPr>
          <a:xfrm>
            <a:off x="335360" y="446400"/>
            <a:ext cx="5433600" cy="297600"/>
          </a:xfrm>
          <a:prstGeom prst="rect">
            <a:avLst/>
          </a:prstGeom>
        </p:spPr>
        <p:txBody>
          <a:bodyPr vert="horz" lIns="91440" tIns="45720" rIns="91440" bIns="45720" rtlCol="0" anchor="ctr">
            <a:normAutofit/>
          </a:bodyPr>
          <a:lstStyle>
            <a:lvl1pPr>
              <a:defRPr sz="2400">
                <a:solidFill>
                  <a:schemeClr val="accent1"/>
                </a:solidFill>
              </a:defRPr>
            </a:lvl1pPr>
          </a:lstStyle>
          <a:p>
            <a:r>
              <a:rPr lang="en-US" noProof="0"/>
              <a:t>Click to edit Master title style</a:t>
            </a:r>
            <a:endParaRPr lang="de-DE" noProof="0" dirty="0"/>
          </a:p>
        </p:txBody>
      </p:sp>
      <p:sp>
        <p:nvSpPr>
          <p:cNvPr id="23" name="Textplatzhalter 6"/>
          <p:cNvSpPr>
            <a:spLocks noGrp="1"/>
          </p:cNvSpPr>
          <p:nvPr>
            <p:ph type="body" sz="quarter" idx="18"/>
          </p:nvPr>
        </p:nvSpPr>
        <p:spPr>
          <a:xfrm>
            <a:off x="704129" y="1870191"/>
            <a:ext cx="4608511" cy="2208245"/>
          </a:xfrm>
        </p:spPr>
        <p:txBody>
          <a:bodyPr/>
          <a:lstStyle>
            <a:lvl1pPr marL="0" indent="0">
              <a:buNone/>
              <a:defRPr/>
            </a:lvl1pPr>
          </a:lstStyle>
          <a:p>
            <a:pPr lvl="0"/>
            <a:r>
              <a:rPr lang="en-US"/>
              <a:t>Click to edit Master text styles</a:t>
            </a:r>
          </a:p>
        </p:txBody>
      </p:sp>
      <p:sp>
        <p:nvSpPr>
          <p:cNvPr id="3" name="Bildplatzhalter 2"/>
          <p:cNvSpPr>
            <a:spLocks noGrp="1"/>
          </p:cNvSpPr>
          <p:nvPr>
            <p:ph type="pic" sz="quarter" idx="19"/>
          </p:nvPr>
        </p:nvSpPr>
        <p:spPr>
          <a:xfrm>
            <a:off x="6576054" y="1509185"/>
            <a:ext cx="5385545" cy="4319145"/>
          </a:xfrm>
        </p:spPr>
        <p:txBody>
          <a:bodyPr/>
          <a:lstStyle>
            <a:lvl1pPr marL="0" indent="0">
              <a:buNone/>
              <a:defRPr/>
            </a:lvl1pPr>
          </a:lstStyle>
          <a:p>
            <a:r>
              <a:rPr lang="en-US"/>
              <a:t>Click icon to add picture</a:t>
            </a:r>
            <a:endParaRPr lang="en-US" dirty="0"/>
          </a:p>
        </p:txBody>
      </p:sp>
      <p:pic>
        <p:nvPicPr>
          <p:cNvPr id="11" name="Picture 10" descr="Logo, company name&#10;&#10;Description automatically generated">
            <a:extLst>
              <a:ext uri="{FF2B5EF4-FFF2-40B4-BE49-F238E27FC236}">
                <a16:creationId xmlns:a16="http://schemas.microsoft.com/office/drawing/2014/main" id="{299017D5-FFDD-423B-958E-47398ABF1C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2544" y="92157"/>
            <a:ext cx="1068749" cy="819844"/>
          </a:xfrm>
          <a:prstGeom prst="rect">
            <a:avLst/>
          </a:prstGeom>
        </p:spPr>
      </p:pic>
    </p:spTree>
    <p:extLst>
      <p:ext uri="{BB962C8B-B14F-4D97-AF65-F5344CB8AC3E}">
        <p14:creationId xmlns:p14="http://schemas.microsoft.com/office/powerpoint/2010/main" val="1007269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5EEE-513C-49E4-AFAE-D96467C760F9}"/>
              </a:ext>
            </a:extLst>
          </p:cNvPr>
          <p:cNvSpPr>
            <a:spLocks noGrp="1"/>
          </p:cNvSpPr>
          <p:nvPr>
            <p:ph type="title"/>
          </p:nvPr>
        </p:nvSpPr>
        <p:spPr/>
        <p:txBody>
          <a:body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E795994-F269-455B-A1F8-A97FFEDDB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D0EE5FA9-1CDB-4E65-88BE-0F8DB18E77D8}"/>
              </a:ext>
            </a:extLst>
          </p:cNvPr>
          <p:cNvSpPr>
            <a:spLocks noGrp="1"/>
          </p:cNvSpPr>
          <p:nvPr>
            <p:ph type="dt" sz="half" idx="10"/>
          </p:nvPr>
        </p:nvSpPr>
        <p:spPr/>
        <p:txBody>
          <a:bodyPr/>
          <a:lstStyle/>
          <a:p>
            <a:fld id="{9C993BF8-A46C-4094-9B00-BF894EC82A45}" type="datetimeFigureOut">
              <a:rPr lang="en-IN" smtClean="0"/>
              <a:t>05-06-2025</a:t>
            </a:fld>
            <a:endParaRPr lang="en-IN"/>
          </a:p>
        </p:txBody>
      </p:sp>
      <p:sp>
        <p:nvSpPr>
          <p:cNvPr id="5" name="Footer Placeholder 4">
            <a:extLst>
              <a:ext uri="{FF2B5EF4-FFF2-40B4-BE49-F238E27FC236}">
                <a16:creationId xmlns:a16="http://schemas.microsoft.com/office/drawing/2014/main" id="{56CBDF4B-36EA-44D9-B31C-0A15838388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0BEEF1-26B9-42AE-BD37-4016218FFA1E}"/>
              </a:ext>
            </a:extLst>
          </p:cNvPr>
          <p:cNvSpPr>
            <a:spLocks noGrp="1"/>
          </p:cNvSpPr>
          <p:nvPr>
            <p:ph type="sldNum" sz="quarter" idx="12"/>
          </p:nvPr>
        </p:nvSpPr>
        <p:spPr/>
        <p:txBody>
          <a:bodyPr/>
          <a:lstStyle/>
          <a:p>
            <a:fld id="{3DABD3FE-30E7-4987-807C-F3080602C2E5}" type="slidenum">
              <a:rPr lang="en-IN" smtClean="0"/>
              <a:t>‹#›</a:t>
            </a:fld>
            <a:endParaRPr lang="en-IN"/>
          </a:p>
        </p:txBody>
      </p:sp>
    </p:spTree>
    <p:extLst>
      <p:ext uri="{BB962C8B-B14F-4D97-AF65-F5344CB8AC3E}">
        <p14:creationId xmlns:p14="http://schemas.microsoft.com/office/powerpoint/2010/main" val="42045972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7267"/>
          </a:xfrm>
        </p:spPr>
        <p:txBody>
          <a:bodyPr anchor="b"/>
          <a:lstStyle>
            <a:lvl1pPr algn="ctr">
              <a:defRPr sz="2667" b="1"/>
            </a:lvl1pPr>
          </a:lstStyle>
          <a:p>
            <a:r>
              <a:rPr lang="en-US"/>
              <a:t>Click to edit Master title style</a:t>
            </a:r>
            <a:endParaRPr lang="de-DE" dirty="0"/>
          </a:p>
        </p:txBody>
      </p:sp>
      <p:sp>
        <p:nvSpPr>
          <p:cNvPr id="3" name="Bildplatzhalter 2"/>
          <p:cNvSpPr>
            <a:spLocks noGrp="1"/>
          </p:cNvSpPr>
          <p:nvPr>
            <p:ph type="pic" idx="1"/>
          </p:nvPr>
        </p:nvSpPr>
        <p:spPr>
          <a:xfrm>
            <a:off x="2389717" y="613833"/>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de-DE" dirty="0"/>
          </a:p>
        </p:txBody>
      </p:sp>
      <p:sp>
        <p:nvSpPr>
          <p:cNvPr id="4" name="Textplatzhalter 3"/>
          <p:cNvSpPr>
            <a:spLocks noGrp="1"/>
          </p:cNvSpPr>
          <p:nvPr>
            <p:ph type="body" sz="half" idx="2"/>
          </p:nvPr>
        </p:nvSpPr>
        <p:spPr>
          <a:xfrm>
            <a:off x="2389717" y="5367867"/>
            <a:ext cx="7315200" cy="804333"/>
          </a:xfrm>
        </p:spPr>
        <p:txBody>
          <a:bodyPr/>
          <a:lstStyle>
            <a:lvl1pPr marL="0" indent="0" algn="ctr">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umsplatzhalter 4"/>
          <p:cNvSpPr>
            <a:spLocks noGrp="1"/>
          </p:cNvSpPr>
          <p:nvPr>
            <p:ph type="dt" sz="half" idx="10"/>
          </p:nvPr>
        </p:nvSpPr>
        <p:spPr/>
        <p:txBody>
          <a:bodyPr/>
          <a:lstStyle/>
          <a:p>
            <a:fld id="{9C993BF8-A46C-4094-9B00-BF894EC82A45}" type="datetimeFigureOut">
              <a:rPr lang="en-IN" smtClean="0"/>
              <a:t>05-06-2025</a:t>
            </a:fld>
            <a:endParaRPr lang="en-IN"/>
          </a:p>
        </p:txBody>
      </p:sp>
      <p:sp>
        <p:nvSpPr>
          <p:cNvPr id="6" name="Fußzeilenplatzhalter 5"/>
          <p:cNvSpPr>
            <a:spLocks noGrp="1"/>
          </p:cNvSpPr>
          <p:nvPr>
            <p:ph type="ftr" sz="quarter" idx="11"/>
          </p:nvPr>
        </p:nvSpPr>
        <p:spPr/>
        <p:txBody>
          <a:bodyPr/>
          <a:lstStyle/>
          <a:p>
            <a:endParaRPr lang="en-IN"/>
          </a:p>
        </p:txBody>
      </p:sp>
      <p:sp>
        <p:nvSpPr>
          <p:cNvPr id="7" name="Foliennummernplatzhalter 6"/>
          <p:cNvSpPr>
            <a:spLocks noGrp="1"/>
          </p:cNvSpPr>
          <p:nvPr>
            <p:ph type="sldNum" sz="quarter" idx="12"/>
          </p:nvPr>
        </p:nvSpPr>
        <p:spPr/>
        <p:txBody>
          <a:bodyPr/>
          <a:lstStyle/>
          <a:p>
            <a:fld id="{3DABD3FE-30E7-4987-807C-F3080602C2E5}" type="slidenum">
              <a:rPr lang="en-IN" smtClean="0"/>
              <a:t>‹#›</a:t>
            </a:fld>
            <a:endParaRPr lang="en-IN"/>
          </a:p>
        </p:txBody>
      </p:sp>
    </p:spTree>
    <p:extLst>
      <p:ext uri="{BB962C8B-B14F-4D97-AF65-F5344CB8AC3E}">
        <p14:creationId xmlns:p14="http://schemas.microsoft.com/office/powerpoint/2010/main" val="13713127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8" name="Textplatzhalter 4"/>
          <p:cNvSpPr>
            <a:spLocks noGrp="1"/>
          </p:cNvSpPr>
          <p:nvPr>
            <p:ph type="body" sz="quarter" idx="13" hasCustomPrompt="1"/>
          </p:nvPr>
        </p:nvSpPr>
        <p:spPr>
          <a:xfrm>
            <a:off x="4688342" y="2628125"/>
            <a:ext cx="2815319" cy="457200"/>
          </a:xfrm>
          <a:noFill/>
        </p:spPr>
        <p:txBody>
          <a:bodyPr anchor="ctr">
            <a:noAutofit/>
          </a:bodyPr>
          <a:lstStyle>
            <a:lvl1pPr marL="0" indent="0">
              <a:lnSpc>
                <a:spcPct val="90000"/>
              </a:lnSpc>
              <a:spcBef>
                <a:spcPts val="1000"/>
              </a:spcBef>
              <a:spcAft>
                <a:spcPts val="0"/>
              </a:spcAft>
              <a:buNone/>
              <a:defRPr sz="3200" b="1" cap="all" baseline="0">
                <a:solidFill>
                  <a:schemeClr val="accent1"/>
                </a:solidFill>
              </a:defRPr>
            </a:lvl1pPr>
          </a:lstStyle>
          <a:p>
            <a:pPr lvl="0"/>
            <a:r>
              <a:rPr lang="en-US" dirty="0"/>
              <a:t>Thank You</a:t>
            </a:r>
          </a:p>
        </p:txBody>
      </p:sp>
      <p:sp>
        <p:nvSpPr>
          <p:cNvPr id="9" name="Untertitel 2"/>
          <p:cNvSpPr>
            <a:spLocks noGrp="1"/>
          </p:cNvSpPr>
          <p:nvPr>
            <p:ph type="subTitle" idx="1"/>
          </p:nvPr>
        </p:nvSpPr>
        <p:spPr>
          <a:xfrm>
            <a:off x="3547278" y="3140760"/>
            <a:ext cx="5097445" cy="456000"/>
          </a:xfrm>
        </p:spPr>
        <p:txBody>
          <a:bodyPr anchor="ctr">
            <a:normAutofit/>
          </a:bodyPr>
          <a:lstStyle>
            <a:lvl1pPr marL="0" indent="0" algn="l">
              <a:spcAft>
                <a:spcPts val="0"/>
              </a:spcAft>
              <a:buNone/>
              <a:defRPr sz="2400" b="1">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a:t>Click to edit Master subtitle style</a:t>
            </a:r>
            <a:endParaRPr lang="de-DE" dirty="0"/>
          </a:p>
        </p:txBody>
      </p:sp>
      <p:pic>
        <p:nvPicPr>
          <p:cNvPr id="12" name="Grafik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96000" y="5702400"/>
            <a:ext cx="2505600" cy="859229"/>
          </a:xfrm>
          <a:prstGeom prst="rect">
            <a:avLst/>
          </a:prstGeom>
          <a:effectLst>
            <a:outerShdw blurRad="38100" dist="12700" dir="3600000" algn="ctr" rotWithShape="0">
              <a:srgbClr val="000000">
                <a:alpha val="60000"/>
              </a:srgbClr>
            </a:outerShdw>
          </a:effectLst>
        </p:spPr>
      </p:pic>
      <p:sp>
        <p:nvSpPr>
          <p:cNvPr id="7" name="Rectangle 6">
            <a:extLst>
              <a:ext uri="{FF2B5EF4-FFF2-40B4-BE49-F238E27FC236}">
                <a16:creationId xmlns:a16="http://schemas.microsoft.com/office/drawing/2014/main" id="{86EE9238-0511-42FC-B753-D37E870DCDC9}"/>
              </a:ext>
            </a:extLst>
          </p:cNvPr>
          <p:cNvSpPr/>
          <p:nvPr/>
        </p:nvSpPr>
        <p:spPr>
          <a:xfrm>
            <a:off x="384000" y="6132014"/>
            <a:ext cx="2016224" cy="595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10" name="Picture 9" descr="Logo, company name&#10;&#10;Description automatically generated">
            <a:extLst>
              <a:ext uri="{FF2B5EF4-FFF2-40B4-BE49-F238E27FC236}">
                <a16:creationId xmlns:a16="http://schemas.microsoft.com/office/drawing/2014/main" id="{D9341E04-100E-47C3-8DA9-048B73CDAE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076" y="5722093"/>
            <a:ext cx="1068749" cy="819844"/>
          </a:xfrm>
          <a:prstGeom prst="rect">
            <a:avLst/>
          </a:prstGeom>
        </p:spPr>
      </p:pic>
      <p:grpSp>
        <p:nvGrpSpPr>
          <p:cNvPr id="11" name="Group 10">
            <a:extLst>
              <a:ext uri="{FF2B5EF4-FFF2-40B4-BE49-F238E27FC236}">
                <a16:creationId xmlns:a16="http://schemas.microsoft.com/office/drawing/2014/main" id="{58CC905B-6725-4AD9-84BE-E3A811E845BC}"/>
              </a:ext>
            </a:extLst>
          </p:cNvPr>
          <p:cNvGrpSpPr/>
          <p:nvPr/>
        </p:nvGrpSpPr>
        <p:grpSpPr>
          <a:xfrm>
            <a:off x="-9600" y="5702400"/>
            <a:ext cx="2505600" cy="859229"/>
            <a:chOff x="-7200" y="4276800"/>
            <a:chExt cx="1879200" cy="644422"/>
          </a:xfrm>
        </p:grpSpPr>
        <p:grpSp>
          <p:nvGrpSpPr>
            <p:cNvPr id="13" name="Group 12">
              <a:extLst>
                <a:ext uri="{FF2B5EF4-FFF2-40B4-BE49-F238E27FC236}">
                  <a16:creationId xmlns:a16="http://schemas.microsoft.com/office/drawing/2014/main" id="{1780C939-6333-414A-9A72-20B58B5C9C2D}"/>
                </a:ext>
              </a:extLst>
            </p:cNvPr>
            <p:cNvGrpSpPr/>
            <p:nvPr/>
          </p:nvGrpSpPr>
          <p:grpSpPr>
            <a:xfrm>
              <a:off x="-7200" y="4276800"/>
              <a:ext cx="1879200" cy="644422"/>
              <a:chOff x="-7200" y="4276800"/>
              <a:chExt cx="1879200" cy="644422"/>
            </a:xfrm>
          </p:grpSpPr>
          <p:pic>
            <p:nvPicPr>
              <p:cNvPr id="15" name="Grafik 11">
                <a:extLst>
                  <a:ext uri="{FF2B5EF4-FFF2-40B4-BE49-F238E27FC236}">
                    <a16:creationId xmlns:a16="http://schemas.microsoft.com/office/drawing/2014/main" id="{3E07A7C2-EEAA-4302-BD4B-7E548A5A39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 y="4276800"/>
                <a:ext cx="1879200" cy="644422"/>
              </a:xfrm>
              <a:prstGeom prst="rect">
                <a:avLst/>
              </a:prstGeom>
              <a:effectLst>
                <a:outerShdw blurRad="38100" dist="12700" dir="3600000" algn="ctr" rotWithShape="0">
                  <a:srgbClr val="000000">
                    <a:alpha val="60000"/>
                  </a:srgbClr>
                </a:outerShdw>
              </a:effectLst>
            </p:spPr>
          </p:pic>
          <p:sp>
            <p:nvSpPr>
              <p:cNvPr id="16" name="Rectangle 15">
                <a:extLst>
                  <a:ext uri="{FF2B5EF4-FFF2-40B4-BE49-F238E27FC236}">
                    <a16:creationId xmlns:a16="http://schemas.microsoft.com/office/drawing/2014/main" id="{DCA4706F-B47B-48C4-8DCD-458C2868FB2D}"/>
                  </a:ext>
                </a:extLst>
              </p:cNvPr>
              <p:cNvSpPr/>
              <p:nvPr/>
            </p:nvSpPr>
            <p:spPr>
              <a:xfrm>
                <a:off x="107504" y="4357516"/>
                <a:ext cx="1512168" cy="44648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grpSp>
        <p:pic>
          <p:nvPicPr>
            <p:cNvPr id="14" name="Picture 13" descr="Logo, company name&#10;&#10;Description automatically generated">
              <a:extLst>
                <a:ext uri="{FF2B5EF4-FFF2-40B4-BE49-F238E27FC236}">
                  <a16:creationId xmlns:a16="http://schemas.microsoft.com/office/drawing/2014/main" id="{589DA19B-5054-4131-A615-A2DA594010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2807" y="4291569"/>
              <a:ext cx="801562" cy="614883"/>
            </a:xfrm>
            <a:prstGeom prst="rect">
              <a:avLst/>
            </a:prstGeom>
          </p:spPr>
        </p:pic>
      </p:grpSp>
      <p:grpSp>
        <p:nvGrpSpPr>
          <p:cNvPr id="27" name="Group 26">
            <a:extLst>
              <a:ext uri="{FF2B5EF4-FFF2-40B4-BE49-F238E27FC236}">
                <a16:creationId xmlns:a16="http://schemas.microsoft.com/office/drawing/2014/main" id="{072E7DA6-1422-4A50-8645-C4E81EB8AC44}"/>
              </a:ext>
            </a:extLst>
          </p:cNvPr>
          <p:cNvGrpSpPr/>
          <p:nvPr/>
        </p:nvGrpSpPr>
        <p:grpSpPr>
          <a:xfrm>
            <a:off x="4548602" y="5602221"/>
            <a:ext cx="3081423" cy="1044284"/>
            <a:chOff x="3865143" y="4148269"/>
            <a:chExt cx="2311067" cy="783213"/>
          </a:xfrm>
        </p:grpSpPr>
        <p:sp>
          <p:nvSpPr>
            <p:cNvPr id="17" name="Untertitel 2">
              <a:extLst>
                <a:ext uri="{FF2B5EF4-FFF2-40B4-BE49-F238E27FC236}">
                  <a16:creationId xmlns:a16="http://schemas.microsoft.com/office/drawing/2014/main" id="{ED7C4DF5-5C11-4C58-8253-72B39BBF6AD8}"/>
                </a:ext>
              </a:extLst>
            </p:cNvPr>
            <p:cNvSpPr txBox="1">
              <a:spLocks/>
            </p:cNvSpPr>
            <p:nvPr/>
          </p:nvSpPr>
          <p:spPr>
            <a:xfrm>
              <a:off x="3924008" y="4148269"/>
              <a:ext cx="2252202" cy="223241"/>
            </a:xfrm>
            <a:prstGeom prst="rect">
              <a:avLst/>
            </a:prstGeom>
          </p:spPr>
          <p:txBody>
            <a:bodyPr vert="horz" lIns="91440" tIns="45720" rIns="91440" bIns="45720" rtlCol="0" anchor="ctr">
              <a:normAutofit fontScale="55000" lnSpcReduction="20000"/>
            </a:bodyPr>
            <a:lstStyle>
              <a:lvl1pPr marL="0" indent="0" algn="l" defTabSz="914400" rtl="0" eaLnBrk="1" latinLnBrk="0" hangingPunct="1">
                <a:spcBef>
                  <a:spcPts val="0"/>
                </a:spcBef>
                <a:spcAft>
                  <a:spcPts val="0"/>
                </a:spcAft>
                <a:buClr>
                  <a:schemeClr val="accent1"/>
                </a:buClr>
                <a:buFont typeface="Wingdings" pitchFamily="2" charset="2"/>
                <a:buNone/>
                <a:defRPr sz="1800" b="1" kern="1200">
                  <a:solidFill>
                    <a:schemeClr val="tx1"/>
                  </a:solidFill>
                  <a:latin typeface="+mn-lt"/>
                  <a:ea typeface="+mn-ea"/>
                  <a:cs typeface="+mn-cs"/>
                </a:defRPr>
              </a:lvl1pPr>
              <a:lvl2pPr marL="457200" indent="0" algn="ctr" defTabSz="914400" rtl="0" eaLnBrk="1" latinLnBrk="0" hangingPunct="1">
                <a:spcBef>
                  <a:spcPts val="0"/>
                </a:spcBef>
                <a:spcAft>
                  <a:spcPts val="600"/>
                </a:spcAft>
                <a:buClr>
                  <a:schemeClr val="accent1"/>
                </a:buClr>
                <a:buFont typeface="Arial" pitchFamily="34" charset="0"/>
                <a:buNone/>
                <a:defRPr sz="1400" kern="1200">
                  <a:solidFill>
                    <a:schemeClr val="tx1">
                      <a:tint val="75000"/>
                    </a:schemeClr>
                  </a:solidFill>
                  <a:latin typeface="+mn-lt"/>
                  <a:ea typeface="+mn-ea"/>
                  <a:cs typeface="+mn-cs"/>
                </a:defRPr>
              </a:lvl2pPr>
              <a:lvl3pPr marL="914400" indent="0" algn="ctr" defTabSz="914400" rtl="0" eaLnBrk="1" latinLnBrk="0" hangingPunct="1">
                <a:spcBef>
                  <a:spcPts val="0"/>
                </a:spcBef>
                <a:spcAft>
                  <a:spcPts val="600"/>
                </a:spcAft>
                <a:buClr>
                  <a:schemeClr val="accent1"/>
                </a:buClr>
                <a:buFont typeface="Arial" pitchFamily="34" charset="0"/>
                <a:buNone/>
                <a:defRPr sz="1400" kern="1200">
                  <a:solidFill>
                    <a:schemeClr val="tx1">
                      <a:tint val="75000"/>
                    </a:schemeClr>
                  </a:solidFill>
                  <a:latin typeface="+mn-lt"/>
                  <a:ea typeface="+mn-ea"/>
                  <a:cs typeface="+mn-cs"/>
                </a:defRPr>
              </a:lvl3pPr>
              <a:lvl4pPr marL="1371600" indent="0" algn="ctr" defTabSz="914400" rtl="0" eaLnBrk="1" latinLnBrk="0" hangingPunct="1">
                <a:spcBef>
                  <a:spcPts val="0"/>
                </a:spcBef>
                <a:spcAft>
                  <a:spcPts val="600"/>
                </a:spcAft>
                <a:buClr>
                  <a:schemeClr val="accent1"/>
                </a:buClr>
                <a:buFont typeface="Arial" pitchFamily="34" charset="0"/>
                <a:buNone/>
                <a:defRPr sz="1400" kern="1200">
                  <a:solidFill>
                    <a:schemeClr val="tx1">
                      <a:tint val="75000"/>
                    </a:schemeClr>
                  </a:solidFill>
                  <a:latin typeface="+mn-lt"/>
                  <a:ea typeface="+mn-ea"/>
                  <a:cs typeface="+mn-cs"/>
                </a:defRPr>
              </a:lvl4pPr>
              <a:lvl5pPr marL="1828800" indent="0" algn="ctr" defTabSz="914400" rtl="0" eaLnBrk="1" latinLnBrk="0" hangingPunct="1">
                <a:spcBef>
                  <a:spcPts val="0"/>
                </a:spcBef>
                <a:spcAft>
                  <a:spcPts val="600"/>
                </a:spcAft>
                <a:buClr>
                  <a:schemeClr val="accent1"/>
                </a:buClr>
                <a:buFont typeface="Arial" pitchFamily="34" charset="0"/>
                <a:buNone/>
                <a:defRPr sz="14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de-DE" sz="2400" dirty="0">
                  <a:solidFill>
                    <a:srgbClr val="27166F"/>
                  </a:solidFill>
                </a:rPr>
                <a:t>Happy to resolve any queries @</a:t>
              </a:r>
            </a:p>
          </p:txBody>
        </p:sp>
        <p:grpSp>
          <p:nvGrpSpPr>
            <p:cNvPr id="26" name="Group 25">
              <a:extLst>
                <a:ext uri="{FF2B5EF4-FFF2-40B4-BE49-F238E27FC236}">
                  <a16:creationId xmlns:a16="http://schemas.microsoft.com/office/drawing/2014/main" id="{228ACD9F-B956-4F44-BEAE-96450A58ACD8}"/>
                </a:ext>
              </a:extLst>
            </p:cNvPr>
            <p:cNvGrpSpPr/>
            <p:nvPr/>
          </p:nvGrpSpPr>
          <p:grpSpPr>
            <a:xfrm>
              <a:off x="3865143" y="4408884"/>
              <a:ext cx="107699" cy="522598"/>
              <a:chOff x="3683559" y="4324683"/>
              <a:chExt cx="107699" cy="522598"/>
            </a:xfrm>
          </p:grpSpPr>
          <p:pic>
            <p:nvPicPr>
              <p:cNvPr id="18" name="Graphic 17" descr="Employee badge with solid fill">
                <a:extLst>
                  <a:ext uri="{FF2B5EF4-FFF2-40B4-BE49-F238E27FC236}">
                    <a16:creationId xmlns:a16="http://schemas.microsoft.com/office/drawing/2014/main" id="{B87A0FEE-C12F-418E-BD03-D1812FE69F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3559" y="4324683"/>
                <a:ext cx="97668" cy="97668"/>
              </a:xfrm>
              <a:prstGeom prst="rect">
                <a:avLst/>
              </a:prstGeom>
            </p:spPr>
          </p:pic>
          <p:pic>
            <p:nvPicPr>
              <p:cNvPr id="5" name="Graphic 4" descr="Envelope with solid fill">
                <a:extLst>
                  <a:ext uri="{FF2B5EF4-FFF2-40B4-BE49-F238E27FC236}">
                    <a16:creationId xmlns:a16="http://schemas.microsoft.com/office/drawing/2014/main" id="{CABDCF24-F6BD-4602-9F11-D17309FAA0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93590" y="4749613"/>
                <a:ext cx="97668" cy="97668"/>
              </a:xfrm>
              <a:prstGeom prst="rect">
                <a:avLst/>
              </a:prstGeom>
            </p:spPr>
          </p:pic>
          <p:pic>
            <p:nvPicPr>
              <p:cNvPr id="3" name="Graphic 2" descr="Telephone with solid fill">
                <a:extLst>
                  <a:ext uri="{FF2B5EF4-FFF2-40B4-BE49-F238E27FC236}">
                    <a16:creationId xmlns:a16="http://schemas.microsoft.com/office/drawing/2014/main" id="{43CA60FE-D5EF-4D1B-A697-8BD47DEFE7E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90696" y="4539702"/>
                <a:ext cx="97668" cy="97668"/>
              </a:xfrm>
              <a:prstGeom prst="rect">
                <a:avLst/>
              </a:prstGeom>
            </p:spPr>
          </p:pic>
        </p:grpSp>
      </p:grpSp>
      <p:sp>
        <p:nvSpPr>
          <p:cNvPr id="28" name="Textplatzhalter 3">
            <a:extLst>
              <a:ext uri="{FF2B5EF4-FFF2-40B4-BE49-F238E27FC236}">
                <a16:creationId xmlns:a16="http://schemas.microsoft.com/office/drawing/2014/main" id="{1D8C681E-A8E2-4533-89E1-8D144D34D7FA}"/>
              </a:ext>
            </a:extLst>
          </p:cNvPr>
          <p:cNvSpPr>
            <a:spLocks noGrp="1"/>
          </p:cNvSpPr>
          <p:nvPr>
            <p:ph type="body" sz="half" idx="2"/>
          </p:nvPr>
        </p:nvSpPr>
        <p:spPr>
          <a:xfrm>
            <a:off x="2438400" y="3636899"/>
            <a:ext cx="7315200" cy="804333"/>
          </a:xfrm>
        </p:spPr>
        <p:txBody>
          <a:bodyPr/>
          <a:lstStyle>
            <a:lvl1pPr marL="0" indent="0" algn="ctr">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29" name="Textplatzhalter 3">
            <a:extLst>
              <a:ext uri="{FF2B5EF4-FFF2-40B4-BE49-F238E27FC236}">
                <a16:creationId xmlns:a16="http://schemas.microsoft.com/office/drawing/2014/main" id="{9EB0061E-534B-4387-974E-6F00EF2420B3}"/>
              </a:ext>
            </a:extLst>
          </p:cNvPr>
          <p:cNvSpPr>
            <a:spLocks noGrp="1"/>
          </p:cNvSpPr>
          <p:nvPr>
            <p:ph type="body" sz="half" idx="14" hasCustomPrompt="1"/>
          </p:nvPr>
        </p:nvSpPr>
        <p:spPr>
          <a:xfrm>
            <a:off x="4688342" y="5847361"/>
            <a:ext cx="3510604" cy="232903"/>
          </a:xfrm>
        </p:spPr>
        <p:txBody>
          <a:bodyPr>
            <a:noAutofit/>
          </a:bodyPr>
          <a:lstStyle>
            <a:lvl1pPr marL="0" indent="0">
              <a:buNone/>
              <a:defRPr sz="12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de-DE" dirty="0"/>
              <a:t>Name</a:t>
            </a:r>
          </a:p>
        </p:txBody>
      </p:sp>
      <p:sp>
        <p:nvSpPr>
          <p:cNvPr id="30" name="Textplatzhalter 3">
            <a:extLst>
              <a:ext uri="{FF2B5EF4-FFF2-40B4-BE49-F238E27FC236}">
                <a16:creationId xmlns:a16="http://schemas.microsoft.com/office/drawing/2014/main" id="{B3E5C649-FFBB-4FE7-A305-2957478FDDFC}"/>
              </a:ext>
            </a:extLst>
          </p:cNvPr>
          <p:cNvSpPr>
            <a:spLocks noGrp="1"/>
          </p:cNvSpPr>
          <p:nvPr>
            <p:ph type="body" sz="half" idx="15" hasCustomPrompt="1"/>
          </p:nvPr>
        </p:nvSpPr>
        <p:spPr>
          <a:xfrm>
            <a:off x="4700831" y="6133721"/>
            <a:ext cx="3510604" cy="232903"/>
          </a:xfrm>
        </p:spPr>
        <p:txBody>
          <a:bodyPr>
            <a:noAutofit/>
          </a:bodyPr>
          <a:lstStyle>
            <a:lvl1pPr marL="0" indent="0">
              <a:buNone/>
              <a:defRPr sz="12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de-DE" dirty="0"/>
              <a:t>Contact</a:t>
            </a:r>
          </a:p>
        </p:txBody>
      </p:sp>
      <p:sp>
        <p:nvSpPr>
          <p:cNvPr id="31" name="Textplatzhalter 3">
            <a:extLst>
              <a:ext uri="{FF2B5EF4-FFF2-40B4-BE49-F238E27FC236}">
                <a16:creationId xmlns:a16="http://schemas.microsoft.com/office/drawing/2014/main" id="{4DE34B7C-D290-40BF-998A-17639396024C}"/>
              </a:ext>
            </a:extLst>
          </p:cNvPr>
          <p:cNvSpPr>
            <a:spLocks noGrp="1"/>
          </p:cNvSpPr>
          <p:nvPr>
            <p:ph type="body" sz="half" idx="16" hasCustomPrompt="1"/>
          </p:nvPr>
        </p:nvSpPr>
        <p:spPr>
          <a:xfrm>
            <a:off x="4700833" y="6406762"/>
            <a:ext cx="3510604" cy="232903"/>
          </a:xfrm>
        </p:spPr>
        <p:txBody>
          <a:bodyPr>
            <a:noAutofit/>
          </a:bodyPr>
          <a:lstStyle>
            <a:lvl1pPr marL="0" indent="0">
              <a:buNone/>
              <a:defRPr sz="12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de-DE" dirty="0"/>
              <a:t>Email</a:t>
            </a:r>
          </a:p>
        </p:txBody>
      </p:sp>
    </p:spTree>
    <p:extLst>
      <p:ext uri="{BB962C8B-B14F-4D97-AF65-F5344CB8AC3E}">
        <p14:creationId xmlns:p14="http://schemas.microsoft.com/office/powerpoint/2010/main" val="57180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744000" y="1267200"/>
            <a:ext cx="11112000" cy="4896000"/>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umsplatzhalter 3"/>
          <p:cNvSpPr>
            <a:spLocks noGrp="1"/>
          </p:cNvSpPr>
          <p:nvPr>
            <p:ph type="dt" sz="half" idx="2"/>
          </p:nvPr>
        </p:nvSpPr>
        <p:spPr>
          <a:xfrm>
            <a:off x="1060800" y="6480000"/>
            <a:ext cx="1008000" cy="144000"/>
          </a:xfrm>
          <a:prstGeom prst="rect">
            <a:avLst/>
          </a:prstGeom>
        </p:spPr>
        <p:txBody>
          <a:bodyPr vert="horz" lIns="91440" tIns="45720" rIns="91440" bIns="45720" rtlCol="0" anchor="ctr"/>
          <a:lstStyle>
            <a:lvl1pPr algn="l">
              <a:defRPr sz="1200" b="0">
                <a:solidFill>
                  <a:schemeClr val="tx1"/>
                </a:solidFill>
              </a:defRPr>
            </a:lvl1pPr>
          </a:lstStyle>
          <a:p>
            <a:fld id="{9C993BF8-A46C-4094-9B00-BF894EC82A45}" type="datetimeFigureOut">
              <a:rPr lang="en-IN" smtClean="0"/>
              <a:t>05-06-2025</a:t>
            </a:fld>
            <a:endParaRPr lang="en-IN"/>
          </a:p>
        </p:txBody>
      </p:sp>
      <p:sp>
        <p:nvSpPr>
          <p:cNvPr id="5" name="Fußzeilenplatzhalter 4"/>
          <p:cNvSpPr>
            <a:spLocks noGrp="1"/>
          </p:cNvSpPr>
          <p:nvPr>
            <p:ph type="ftr" sz="quarter" idx="3"/>
          </p:nvPr>
        </p:nvSpPr>
        <p:spPr>
          <a:xfrm>
            <a:off x="1992000" y="6480000"/>
            <a:ext cx="4800000" cy="144000"/>
          </a:xfrm>
          <a:prstGeom prst="rect">
            <a:avLst/>
          </a:prstGeom>
        </p:spPr>
        <p:txBody>
          <a:bodyPr vert="horz" lIns="91440" tIns="45720" rIns="91440" bIns="45720" rtlCol="0" anchor="ctr"/>
          <a:lstStyle>
            <a:lvl1pPr algn="l">
              <a:defRPr sz="1200" cap="all" baseline="0">
                <a:solidFill>
                  <a:schemeClr val="tx1"/>
                </a:solidFill>
              </a:defRPr>
            </a:lvl1pPr>
          </a:lstStyle>
          <a:p>
            <a:endParaRPr lang="en-IN"/>
          </a:p>
        </p:txBody>
      </p:sp>
      <p:sp>
        <p:nvSpPr>
          <p:cNvPr id="8" name="Titelplatzhalter 1"/>
          <p:cNvSpPr>
            <a:spLocks noGrp="1"/>
          </p:cNvSpPr>
          <p:nvPr>
            <p:ph type="title"/>
          </p:nvPr>
        </p:nvSpPr>
        <p:spPr>
          <a:xfrm>
            <a:off x="744000" y="446400"/>
            <a:ext cx="8112000" cy="297600"/>
          </a:xfrm>
          <a:prstGeom prst="rect">
            <a:avLst/>
          </a:prstGeom>
        </p:spPr>
        <p:txBody>
          <a:bodyPr vert="horz" lIns="91440" tIns="45720" rIns="91440" bIns="45720" rtlCol="0" anchor="ctr">
            <a:noAutofit/>
          </a:bodyPr>
          <a:lstStyle/>
          <a:p>
            <a:endParaRPr lang="de-DE" noProof="0" dirty="0"/>
          </a:p>
        </p:txBody>
      </p:sp>
      <p:sp>
        <p:nvSpPr>
          <p:cNvPr id="2" name="Foliennummernplatzhalter 1"/>
          <p:cNvSpPr>
            <a:spLocks noGrp="1"/>
          </p:cNvSpPr>
          <p:nvPr>
            <p:ph type="sldNum" sz="quarter" idx="4"/>
          </p:nvPr>
        </p:nvSpPr>
        <p:spPr>
          <a:xfrm>
            <a:off x="720000" y="6480000"/>
            <a:ext cx="576000" cy="144000"/>
          </a:xfrm>
          <a:prstGeom prst="rect">
            <a:avLst/>
          </a:prstGeom>
        </p:spPr>
        <p:txBody>
          <a:bodyPr vert="horz" lIns="91440" tIns="45720" rIns="91440" bIns="45720" rtlCol="0" anchor="ctr"/>
          <a:lstStyle>
            <a:lvl1pPr algn="l">
              <a:defRPr sz="1200">
                <a:solidFill>
                  <a:schemeClr val="tx1"/>
                </a:solidFill>
              </a:defRPr>
            </a:lvl1pPr>
          </a:lstStyle>
          <a:p>
            <a:fld id="{3DABD3FE-30E7-4987-807C-F3080602C2E5}" type="slidenum">
              <a:rPr lang="en-IN" smtClean="0"/>
              <a:t>‹#›</a:t>
            </a:fld>
            <a:endParaRPr lang="en-IN"/>
          </a:p>
        </p:txBody>
      </p:sp>
    </p:spTree>
    <p:extLst>
      <p:ext uri="{BB962C8B-B14F-4D97-AF65-F5344CB8AC3E}">
        <p14:creationId xmlns:p14="http://schemas.microsoft.com/office/powerpoint/2010/main" val="22056159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 id="2147483866" r:id="rId13"/>
    <p:sldLayoutId id="2147483867" r:id="rId14"/>
    <p:sldLayoutId id="2147483868" r:id="rId15"/>
    <p:sldLayoutId id="2147483869" r:id="rId16"/>
    <p:sldLayoutId id="2147483870" r:id="rId17"/>
    <p:sldLayoutId id="2147483871" r:id="rId18"/>
    <p:sldLayoutId id="2147483872" r:id="rId19"/>
    <p:sldLayoutId id="2147483873" r:id="rId20"/>
    <p:sldLayoutId id="2147483874" r:id="rId21"/>
    <p:sldLayoutId id="2147483875" r:id="rId22"/>
    <p:sldLayoutId id="2147483876" r:id="rId23"/>
  </p:sldLayoutIdLst>
  <p:txStyles>
    <p:titleStyle>
      <a:lvl1pPr algn="l" defTabSz="1219170" rtl="0" eaLnBrk="1" latinLnBrk="0" hangingPunct="1">
        <a:spcBef>
          <a:spcPct val="0"/>
        </a:spcBef>
        <a:buNone/>
        <a:defRPr sz="2400" b="1" kern="1200" cap="all" baseline="0">
          <a:solidFill>
            <a:schemeClr val="tx1"/>
          </a:solidFill>
          <a:latin typeface="+mj-lt"/>
          <a:ea typeface="+mj-ea"/>
          <a:cs typeface="+mj-cs"/>
        </a:defRPr>
      </a:lvl1pPr>
    </p:titleStyle>
    <p:body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E179F10F-C9CD-E9EA-9D48-96E49EDEC795}"/>
              </a:ext>
            </a:extLst>
          </p:cNvPr>
          <p:cNvSpPr>
            <a:spLocks noGrp="1"/>
          </p:cNvSpPr>
          <p:nvPr>
            <p:ph type="body" sz="quarter" idx="13"/>
          </p:nvPr>
        </p:nvSpPr>
        <p:spPr>
          <a:xfrm>
            <a:off x="384175" y="4689475"/>
            <a:ext cx="11217890" cy="457200"/>
          </a:xfrm>
        </p:spPr>
        <p:txBody>
          <a:bodyPr/>
          <a:lstStyle/>
          <a:p>
            <a:r>
              <a:rPr lang="en-US" dirty="0"/>
              <a:t>TECHNICAL WALKTHROUGH</a:t>
            </a:r>
          </a:p>
        </p:txBody>
      </p:sp>
      <p:sp>
        <p:nvSpPr>
          <p:cNvPr id="10" name="Subtitle 2">
            <a:extLst>
              <a:ext uri="{FF2B5EF4-FFF2-40B4-BE49-F238E27FC236}">
                <a16:creationId xmlns:a16="http://schemas.microsoft.com/office/drawing/2014/main" id="{D4DADF5A-5BD5-B9C5-0BC5-99B3F7CE3338}"/>
              </a:ext>
            </a:extLst>
          </p:cNvPr>
          <p:cNvSpPr>
            <a:spLocks noGrp="1"/>
          </p:cNvSpPr>
          <p:nvPr>
            <p:ph type="subTitle" idx="1"/>
          </p:nvPr>
        </p:nvSpPr>
        <p:spPr>
          <a:xfrm>
            <a:off x="384000" y="5165888"/>
            <a:ext cx="8112000" cy="456000"/>
          </a:xfrm>
        </p:spPr>
        <p:txBody>
          <a:bodyPr>
            <a:normAutofit lnSpcReduction="10000"/>
          </a:bodyPr>
          <a:lstStyle/>
          <a:p>
            <a:r>
              <a:rPr lang="en-US" dirty="0"/>
              <a:t>MES IMPLEMENTATION | GATES INDIA LALRU </a:t>
            </a:r>
          </a:p>
        </p:txBody>
      </p:sp>
      <p:sp>
        <p:nvSpPr>
          <p:cNvPr id="19" name="Picture Placeholder 18">
            <a:extLst>
              <a:ext uri="{FF2B5EF4-FFF2-40B4-BE49-F238E27FC236}">
                <a16:creationId xmlns:a16="http://schemas.microsoft.com/office/drawing/2014/main" id="{6F66F023-3421-23D2-6185-F928CD0A7DC5}"/>
              </a:ext>
            </a:extLst>
          </p:cNvPr>
          <p:cNvSpPr>
            <a:spLocks noGrp="1"/>
          </p:cNvSpPr>
          <p:nvPr>
            <p:ph type="pic" sz="quarter" idx="14"/>
          </p:nvPr>
        </p:nvSpPr>
        <p:spPr/>
        <p:txBody>
          <a:bodyPr/>
          <a:lstStyle/>
          <a:p>
            <a:endParaRPr lang="en-IN"/>
          </a:p>
        </p:txBody>
      </p:sp>
      <p:pic>
        <p:nvPicPr>
          <p:cNvPr id="2" name="Bildplatzhalter 12">
            <a:extLst>
              <a:ext uri="{FF2B5EF4-FFF2-40B4-BE49-F238E27FC236}">
                <a16:creationId xmlns:a16="http://schemas.microsoft.com/office/drawing/2014/main" id="{FB362FE8-A741-CAF3-32A0-22878C28B0F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09" b="109"/>
          <a:stretch/>
        </p:blipFill>
        <p:spPr>
          <a:xfrm>
            <a:off x="-11112" y="-7838"/>
            <a:ext cx="12267410" cy="4343864"/>
          </a:xfrm>
          <a:prstGeom prst="rect">
            <a:avLst/>
          </a:prstGeom>
          <a:noFill/>
        </p:spPr>
      </p:pic>
    </p:spTree>
    <p:extLst>
      <p:ext uri="{BB962C8B-B14F-4D97-AF65-F5344CB8AC3E}">
        <p14:creationId xmlns:p14="http://schemas.microsoft.com/office/powerpoint/2010/main" val="2230849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4D5B8-B5DD-43A8-89C0-8A02382D0533}"/>
              </a:ext>
            </a:extLst>
          </p:cNvPr>
          <p:cNvSpPr>
            <a:spLocks noGrp="1"/>
          </p:cNvSpPr>
          <p:nvPr>
            <p:ph type="title"/>
          </p:nvPr>
        </p:nvSpPr>
        <p:spPr/>
        <p:txBody>
          <a:bodyPr>
            <a:normAutofit fontScale="90000"/>
          </a:bodyPr>
          <a:lstStyle/>
          <a:p>
            <a:r>
              <a:rPr lang="en-US" dirty="0"/>
              <a:t>agenda</a:t>
            </a:r>
            <a:endParaRPr lang="en-IN" dirty="0"/>
          </a:p>
        </p:txBody>
      </p:sp>
      <p:graphicFrame>
        <p:nvGraphicFramePr>
          <p:cNvPr id="4" name="Diagram 3">
            <a:extLst>
              <a:ext uri="{FF2B5EF4-FFF2-40B4-BE49-F238E27FC236}">
                <a16:creationId xmlns:a16="http://schemas.microsoft.com/office/drawing/2014/main" id="{DDAE1C36-9D73-439D-A797-D6B55BBD2B33}"/>
              </a:ext>
            </a:extLst>
          </p:cNvPr>
          <p:cNvGraphicFramePr/>
          <p:nvPr>
            <p:extLst>
              <p:ext uri="{D42A27DB-BD31-4B8C-83A1-F6EECF244321}">
                <p14:modId xmlns:p14="http://schemas.microsoft.com/office/powerpoint/2010/main" val="2056929952"/>
              </p:ext>
            </p:extLst>
          </p:nvPr>
        </p:nvGraphicFramePr>
        <p:xfrm>
          <a:off x="623361" y="1565776"/>
          <a:ext cx="8613039" cy="3775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915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66C27D-EE9E-549C-4ADD-850D69C73EC7}"/>
              </a:ext>
            </a:extLst>
          </p:cNvPr>
          <p:cNvSpPr>
            <a:spLocks noGrp="1"/>
          </p:cNvSpPr>
          <p:nvPr>
            <p:ph type="title"/>
          </p:nvPr>
        </p:nvSpPr>
        <p:spPr>
          <a:xfrm>
            <a:off x="336000" y="283029"/>
            <a:ext cx="9624000" cy="413657"/>
          </a:xfrm>
        </p:spPr>
        <p:txBody>
          <a:bodyPr>
            <a:normAutofit fontScale="90000"/>
          </a:bodyPr>
          <a:lstStyle/>
          <a:p>
            <a:r>
              <a:rPr lang="en-IN" dirty="0"/>
              <a:t>No of machines or stations </a:t>
            </a:r>
            <a:br>
              <a:rPr lang="en-IN" dirty="0"/>
            </a:br>
            <a:endParaRPr lang="en-IN" dirty="0"/>
          </a:p>
        </p:txBody>
      </p:sp>
      <p:graphicFrame>
        <p:nvGraphicFramePr>
          <p:cNvPr id="10" name="Table 9">
            <a:extLst>
              <a:ext uri="{FF2B5EF4-FFF2-40B4-BE49-F238E27FC236}">
                <a16:creationId xmlns:a16="http://schemas.microsoft.com/office/drawing/2014/main" id="{5FA30B31-A1FD-5222-E03D-3E91D3EF41CB}"/>
              </a:ext>
            </a:extLst>
          </p:cNvPr>
          <p:cNvGraphicFramePr>
            <a:graphicFrameLocks noGrp="1"/>
          </p:cNvGraphicFramePr>
          <p:nvPr>
            <p:extLst>
              <p:ext uri="{D42A27DB-BD31-4B8C-83A1-F6EECF244321}">
                <p14:modId xmlns:p14="http://schemas.microsoft.com/office/powerpoint/2010/main" val="2014966716"/>
              </p:ext>
            </p:extLst>
          </p:nvPr>
        </p:nvGraphicFramePr>
        <p:xfrm>
          <a:off x="415357" y="867227"/>
          <a:ext cx="10394157" cy="4869540"/>
        </p:xfrm>
        <a:graphic>
          <a:graphicData uri="http://schemas.openxmlformats.org/drawingml/2006/table">
            <a:tbl>
              <a:tblPr/>
              <a:tblGrid>
                <a:gridCol w="982434">
                  <a:extLst>
                    <a:ext uri="{9D8B030D-6E8A-4147-A177-3AD203B41FA5}">
                      <a16:colId xmlns:a16="http://schemas.microsoft.com/office/drawing/2014/main" val="2866021103"/>
                    </a:ext>
                  </a:extLst>
                </a:gridCol>
                <a:gridCol w="2063113">
                  <a:extLst>
                    <a:ext uri="{9D8B030D-6E8A-4147-A177-3AD203B41FA5}">
                      <a16:colId xmlns:a16="http://schemas.microsoft.com/office/drawing/2014/main" val="3600363188"/>
                    </a:ext>
                  </a:extLst>
                </a:gridCol>
                <a:gridCol w="1493301">
                  <a:extLst>
                    <a:ext uri="{9D8B030D-6E8A-4147-A177-3AD203B41FA5}">
                      <a16:colId xmlns:a16="http://schemas.microsoft.com/office/drawing/2014/main" val="3080427761"/>
                    </a:ext>
                  </a:extLst>
                </a:gridCol>
                <a:gridCol w="5855309">
                  <a:extLst>
                    <a:ext uri="{9D8B030D-6E8A-4147-A177-3AD203B41FA5}">
                      <a16:colId xmlns:a16="http://schemas.microsoft.com/office/drawing/2014/main" val="1930794465"/>
                    </a:ext>
                  </a:extLst>
                </a:gridCol>
              </a:tblGrid>
              <a:tr h="486954">
                <a:tc>
                  <a:txBody>
                    <a:bodyPr/>
                    <a:lstStyle/>
                    <a:p>
                      <a:pPr algn="ctr" fontAlgn="ctr"/>
                      <a:r>
                        <a:rPr lang="en-IN" sz="1600" b="1" i="0" u="none" strike="noStrike">
                          <a:solidFill>
                            <a:srgbClr val="000000"/>
                          </a:solidFill>
                          <a:effectLst/>
                          <a:latin typeface="Aptos Narrow" panose="020B0004020202020204" pitchFamily="34" charset="0"/>
                        </a:rPr>
                        <a:t>Serial No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r>
                        <a:rPr lang="en-IN" sz="1600" b="1" i="0" u="none" strike="noStrike">
                          <a:solidFill>
                            <a:srgbClr val="000000"/>
                          </a:solidFill>
                          <a:effectLst/>
                          <a:latin typeface="Aptos Narrow" panose="020B0004020202020204" pitchFamily="34" charset="0"/>
                        </a:rPr>
                        <a:t>Area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r>
                        <a:rPr lang="en-IN" sz="1600" b="1" i="0" u="none" strike="noStrike">
                          <a:solidFill>
                            <a:srgbClr val="000000"/>
                          </a:solidFill>
                          <a:effectLst/>
                          <a:latin typeface="Aptos Narrow" panose="020B0004020202020204" pitchFamily="34" charset="0"/>
                        </a:rPr>
                        <a:t>No of Machines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r>
                        <a:rPr lang="en-IN" sz="1600" b="1" i="0" u="none" strike="noStrike" dirty="0">
                          <a:solidFill>
                            <a:srgbClr val="000000"/>
                          </a:solidFill>
                          <a:effectLst/>
                          <a:latin typeface="Aptos Narrow" panose="020B0004020202020204" pitchFamily="34" charset="0"/>
                        </a:rPr>
                        <a:t>Description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extLst>
                  <a:ext uri="{0D108BD9-81ED-4DB2-BD59-A6C34878D82A}">
                    <a16:rowId xmlns:a16="http://schemas.microsoft.com/office/drawing/2014/main" val="3803181259"/>
                  </a:ext>
                </a:extLst>
              </a:tr>
              <a:tr h="486954">
                <a:tc>
                  <a:txBody>
                    <a:bodyPr/>
                    <a:lstStyle/>
                    <a:p>
                      <a:pPr algn="ctr" fontAlgn="ctr"/>
                      <a:r>
                        <a:rPr lang="en-IN" sz="1600" b="0" i="0" u="none" strike="noStrike">
                          <a:solidFill>
                            <a:srgbClr val="000000"/>
                          </a:solidFill>
                          <a:effectLst/>
                          <a:latin typeface="Aptos Narrow" panose="020B00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dirty="0">
                          <a:solidFill>
                            <a:srgbClr val="000000"/>
                          </a:solidFill>
                          <a:effectLst/>
                          <a:latin typeface="Aptos Narrow" panose="020B0004020202020204" pitchFamily="34" charset="0"/>
                        </a:rPr>
                        <a:t>RMS Booking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Aptos Narrow" panose="020B0004020202020204" pitchFamily="34" charset="0"/>
                        </a:rPr>
                        <a:t>Raw material storage, receipt, and placement in the storage area.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967536"/>
                  </a:ext>
                </a:extLst>
              </a:tr>
              <a:tr h="486954">
                <a:tc>
                  <a:txBody>
                    <a:bodyPr/>
                    <a:lstStyle/>
                    <a:p>
                      <a:pPr algn="ctr" fontAlgn="ctr"/>
                      <a:r>
                        <a:rPr lang="en-IN" sz="16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RMS Issue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Aptos Narrow" panose="020B0004020202020204" pitchFamily="34" charset="0"/>
                        </a:rPr>
                        <a:t>Issue material to shop floor from raw material storage.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12596"/>
                  </a:ext>
                </a:extLst>
              </a:tr>
              <a:tr h="486954">
                <a:tc>
                  <a:txBody>
                    <a:bodyPr/>
                    <a:lstStyle/>
                    <a:p>
                      <a:pPr algn="ctr" fontAlgn="ctr"/>
                      <a:r>
                        <a:rPr lang="en-IN" sz="1600" b="0" i="0" u="none" strike="noStrike">
                          <a:solidFill>
                            <a:srgbClr val="000000"/>
                          </a:solidFill>
                          <a:effectLst/>
                          <a:latin typeface="Aptos Narrow" panose="020B000402020202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Carbon Silica &amp; Other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dirty="0">
                          <a:solidFill>
                            <a:srgbClr val="000000"/>
                          </a:solidFill>
                          <a:effectLst/>
                          <a:latin typeface="Aptos Narrow" panose="020B0004020202020204" pitchFamily="34" charset="0"/>
                        </a:rPr>
                        <a:t>12 feeders feed material.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9761818"/>
                  </a:ext>
                </a:extLst>
              </a:tr>
              <a:tr h="486954">
                <a:tc>
                  <a:txBody>
                    <a:bodyPr/>
                    <a:lstStyle/>
                    <a:p>
                      <a:pPr algn="ctr" fontAlgn="ctr"/>
                      <a:r>
                        <a:rPr lang="en-IN" sz="1600" b="0" i="0" u="none" strike="noStrike">
                          <a:solidFill>
                            <a:srgbClr val="000000"/>
                          </a:solidFill>
                          <a:effectLst/>
                          <a:latin typeface="Aptos Narrow" panose="020B000402020202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Oil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Aptos Narrow" panose="020B0004020202020204" pitchFamily="34" charset="0"/>
                        </a:rPr>
                        <a:t>Oil stations for specific materials.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0388900"/>
                  </a:ext>
                </a:extLst>
              </a:tr>
              <a:tr h="486954">
                <a:tc>
                  <a:txBody>
                    <a:bodyPr/>
                    <a:lstStyle/>
                    <a:p>
                      <a:pPr algn="ctr" fontAlgn="ctr"/>
                      <a:r>
                        <a:rPr lang="en-IN" sz="1600" b="0" i="0" u="none" strike="noStrike">
                          <a:solidFill>
                            <a:srgbClr val="000000"/>
                          </a:solidFill>
                          <a:effectLst/>
                          <a:latin typeface="Aptos Narrow" panose="020B000402020202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Auto Chemical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Aptos Narrow" panose="020B0004020202020204" pitchFamily="34" charset="0"/>
                        </a:rPr>
                        <a:t>Approx. 50 bins for feeding in each small chemicals.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3429915"/>
                  </a:ext>
                </a:extLst>
              </a:tr>
              <a:tr h="486954">
                <a:tc>
                  <a:txBody>
                    <a:bodyPr/>
                    <a:lstStyle/>
                    <a:p>
                      <a:pPr algn="ctr" fontAlgn="ctr"/>
                      <a:r>
                        <a:rPr lang="en-IN" sz="1600" b="0" i="0" u="none" strike="noStrike">
                          <a:solidFill>
                            <a:srgbClr val="000000"/>
                          </a:solidFill>
                          <a:effectLst/>
                          <a:latin typeface="Aptos Narrow" panose="020B000402020202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Bale Cutter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Aptos Narrow" panose="020B0004020202020204" pitchFamily="34" charset="0"/>
                        </a:rPr>
                        <a:t>Cutting polymer into separate lots.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3717047"/>
                  </a:ext>
                </a:extLst>
              </a:tr>
              <a:tr h="486954">
                <a:tc>
                  <a:txBody>
                    <a:bodyPr/>
                    <a:lstStyle/>
                    <a:p>
                      <a:pPr algn="ctr" fontAlgn="ctr"/>
                      <a:r>
                        <a:rPr lang="en-IN" sz="1600" b="0" i="0" u="none" strike="noStrike">
                          <a:solidFill>
                            <a:srgbClr val="000000"/>
                          </a:solidFill>
                          <a:effectLst/>
                          <a:latin typeface="Aptos Narrow" panose="020B000402020202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Mixer Feeding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Aptos Narrow" panose="020B0004020202020204" pitchFamily="34" charset="0"/>
                        </a:rPr>
                        <a:t>Operator feeds polymer/compound based on recipe.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5329401"/>
                  </a:ext>
                </a:extLst>
              </a:tr>
              <a:tr h="486954">
                <a:tc>
                  <a:txBody>
                    <a:bodyPr/>
                    <a:lstStyle/>
                    <a:p>
                      <a:pPr algn="ctr" fontAlgn="ctr"/>
                      <a:r>
                        <a:rPr lang="en-IN" sz="1600" b="0" i="0" u="none" strike="noStrike">
                          <a:solidFill>
                            <a:srgbClr val="000000"/>
                          </a:solidFill>
                          <a:effectLst/>
                          <a:latin typeface="Aptos Narrow" panose="020B000402020202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Mixer Batchoff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6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Aptos Narrow" panose="020B0004020202020204" pitchFamily="34" charset="0"/>
                        </a:rPr>
                        <a:t>Load batch output onto skid.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7224355"/>
                  </a:ext>
                </a:extLst>
              </a:tr>
              <a:tr h="486954">
                <a:tc>
                  <a:txBody>
                    <a:bodyPr/>
                    <a:lstStyle/>
                    <a:p>
                      <a:pPr algn="ctr" fontAlgn="ctr"/>
                      <a:r>
                        <a:rPr lang="en-IN" sz="1600" b="1" i="0" u="none" strike="noStrike">
                          <a:solidFill>
                            <a:srgbClr val="000000"/>
                          </a:solidFill>
                          <a:effectLst/>
                          <a:latin typeface="Aptos Narrow" panose="020B0004020202020204"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r>
                        <a:rPr lang="en-IN" sz="1600" b="1" i="0" u="none" strike="noStrike" dirty="0">
                          <a:solidFill>
                            <a:srgbClr val="000000"/>
                          </a:solidFill>
                          <a:effectLst/>
                          <a:latin typeface="Aptos Narrow" panose="020B0004020202020204"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r>
                        <a:rPr lang="en-IN" sz="1600" b="1" i="0" u="none" strike="noStrike" dirty="0">
                          <a:solidFill>
                            <a:srgbClr val="000000"/>
                          </a:solidFill>
                          <a:effectLst/>
                          <a:latin typeface="Aptos Narrow" panose="020B0004020202020204" pitchFamily="34" charset="0"/>
                        </a:rPr>
                        <a:t>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r>
                        <a:rPr lang="en-IN" sz="1600" b="1"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extLst>
                  <a:ext uri="{0D108BD9-81ED-4DB2-BD59-A6C34878D82A}">
                    <a16:rowId xmlns:a16="http://schemas.microsoft.com/office/drawing/2014/main" val="2426657232"/>
                  </a:ext>
                </a:extLst>
              </a:tr>
            </a:tbl>
          </a:graphicData>
        </a:graphic>
      </p:graphicFrame>
    </p:spTree>
    <p:extLst>
      <p:ext uri="{BB962C8B-B14F-4D97-AF65-F5344CB8AC3E}">
        <p14:creationId xmlns:p14="http://schemas.microsoft.com/office/powerpoint/2010/main" val="3893115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AFA5E-EC77-B10A-489C-3218B4BCC4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D77992-3DEB-B5D8-7986-28C764CB0A63}"/>
              </a:ext>
            </a:extLst>
          </p:cNvPr>
          <p:cNvSpPr>
            <a:spLocks noGrp="1"/>
          </p:cNvSpPr>
          <p:nvPr>
            <p:ph type="title"/>
          </p:nvPr>
        </p:nvSpPr>
        <p:spPr/>
        <p:txBody>
          <a:bodyPr>
            <a:normAutofit fontScale="90000"/>
          </a:bodyPr>
          <a:lstStyle/>
          <a:p>
            <a:r>
              <a:rPr lang="en-US" dirty="0"/>
              <a:t>RMS Requirement </a:t>
            </a:r>
            <a:endParaRPr lang="en-IN" dirty="0"/>
          </a:p>
        </p:txBody>
      </p:sp>
      <p:sp>
        <p:nvSpPr>
          <p:cNvPr id="10" name="Text Placeholder 9">
            <a:extLst>
              <a:ext uri="{FF2B5EF4-FFF2-40B4-BE49-F238E27FC236}">
                <a16:creationId xmlns:a16="http://schemas.microsoft.com/office/drawing/2014/main" id="{FFEE9032-E798-3776-6A73-B871CE1A8951}"/>
              </a:ext>
            </a:extLst>
          </p:cNvPr>
          <p:cNvSpPr>
            <a:spLocks noGrp="1"/>
          </p:cNvSpPr>
          <p:nvPr>
            <p:ph type="body" sz="quarter" idx="14"/>
          </p:nvPr>
        </p:nvSpPr>
        <p:spPr>
          <a:xfrm>
            <a:off x="284096" y="1502227"/>
            <a:ext cx="11623807" cy="2231573"/>
          </a:xfrm>
        </p:spPr>
        <p:txBody>
          <a:bodyPr>
            <a:normAutofit fontScale="92500" lnSpcReduction="20000"/>
          </a:bodyPr>
          <a:lstStyle/>
          <a:p>
            <a:r>
              <a:rPr lang="en-US" dirty="0"/>
              <a:t>GRN Booked in ERP System.</a:t>
            </a:r>
          </a:p>
          <a:p>
            <a:r>
              <a:rPr lang="en-US" dirty="0"/>
              <a:t>ERP system will send data to MES. </a:t>
            </a:r>
          </a:p>
          <a:p>
            <a:r>
              <a:rPr lang="en-US" dirty="0"/>
              <a:t>MES will have option to split material quantity into  sub lots.</a:t>
            </a:r>
          </a:p>
          <a:p>
            <a:r>
              <a:rPr lang="en-US" dirty="0"/>
              <a:t>MES will have Option to print QR code and sticker.</a:t>
            </a:r>
          </a:p>
          <a:p>
            <a:r>
              <a:rPr lang="en-US" dirty="0"/>
              <a:t>MES will have option to select storage location. </a:t>
            </a:r>
          </a:p>
          <a:p>
            <a:r>
              <a:rPr lang="en-US" dirty="0"/>
              <a:t>In case GRN is cancelled or Quality is changing ERP will share the information with MES. </a:t>
            </a:r>
          </a:p>
          <a:p>
            <a:r>
              <a:rPr lang="en-US" dirty="0"/>
              <a:t>MES will maintain RMS inventory material wise location wise and aging wise. </a:t>
            </a:r>
            <a:endParaRPr lang="en-IN" dirty="0"/>
          </a:p>
        </p:txBody>
      </p:sp>
      <p:sp>
        <p:nvSpPr>
          <p:cNvPr id="12" name="Text Placeholder 9">
            <a:extLst>
              <a:ext uri="{FF2B5EF4-FFF2-40B4-BE49-F238E27FC236}">
                <a16:creationId xmlns:a16="http://schemas.microsoft.com/office/drawing/2014/main" id="{77085718-8D9C-DCC4-EAB7-C8649113A6ED}"/>
              </a:ext>
            </a:extLst>
          </p:cNvPr>
          <p:cNvSpPr txBox="1">
            <a:spLocks/>
          </p:cNvSpPr>
          <p:nvPr/>
        </p:nvSpPr>
        <p:spPr>
          <a:xfrm>
            <a:off x="335360" y="4239986"/>
            <a:ext cx="11623807" cy="1488537"/>
          </a:xfrm>
          <a:prstGeom prst="rect">
            <a:avLst/>
          </a:prstGeom>
        </p:spPr>
        <p:txBody>
          <a:bodyPr vert="horz" lIns="91440" tIns="45720" rIns="91440" bIns="45720" rtlCol="0">
            <a:normAutofit/>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1 PC for MES client, Where user can open the MES for access GRN data and give print command.</a:t>
            </a:r>
          </a:p>
          <a:p>
            <a:r>
              <a:rPr lang="en-US" dirty="0"/>
              <a:t>2 Printer one is for sticker and another one is for tag. </a:t>
            </a:r>
          </a:p>
          <a:p>
            <a:r>
              <a:rPr lang="en-US" dirty="0"/>
              <a:t>LAN Network is required to connect these PC and Printers with MES server.</a:t>
            </a:r>
            <a:endParaRPr lang="en-IN" dirty="0"/>
          </a:p>
        </p:txBody>
      </p:sp>
      <p:sp>
        <p:nvSpPr>
          <p:cNvPr id="14" name="Title 4">
            <a:extLst>
              <a:ext uri="{FF2B5EF4-FFF2-40B4-BE49-F238E27FC236}">
                <a16:creationId xmlns:a16="http://schemas.microsoft.com/office/drawing/2014/main" id="{14F25846-3CF0-E016-9E16-64981E2DF304}"/>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RM Booking Requirement</a:t>
            </a:r>
            <a:endParaRPr lang="en-IN" dirty="0"/>
          </a:p>
        </p:txBody>
      </p:sp>
      <p:sp>
        <p:nvSpPr>
          <p:cNvPr id="15" name="Title 4">
            <a:extLst>
              <a:ext uri="{FF2B5EF4-FFF2-40B4-BE49-F238E27FC236}">
                <a16:creationId xmlns:a16="http://schemas.microsoft.com/office/drawing/2014/main" id="{14038D3E-27EA-5D33-3A24-5996057CAF8A}"/>
              </a:ext>
            </a:extLst>
          </p:cNvPr>
          <p:cNvSpPr txBox="1">
            <a:spLocks/>
          </p:cNvSpPr>
          <p:nvPr/>
        </p:nvSpPr>
        <p:spPr>
          <a:xfrm>
            <a:off x="335360" y="3942386"/>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RM Booking Required hardware</a:t>
            </a:r>
            <a:endParaRPr lang="en-IN" dirty="0"/>
          </a:p>
        </p:txBody>
      </p:sp>
    </p:spTree>
    <p:extLst>
      <p:ext uri="{BB962C8B-B14F-4D97-AF65-F5344CB8AC3E}">
        <p14:creationId xmlns:p14="http://schemas.microsoft.com/office/powerpoint/2010/main" val="1058319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A0394-453B-B208-11EF-5B1E748057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59CB475-7393-8550-DC67-0697B035832D}"/>
              </a:ext>
            </a:extLst>
          </p:cNvPr>
          <p:cNvSpPr>
            <a:spLocks noGrp="1"/>
          </p:cNvSpPr>
          <p:nvPr>
            <p:ph type="title"/>
          </p:nvPr>
        </p:nvSpPr>
        <p:spPr/>
        <p:txBody>
          <a:bodyPr>
            <a:normAutofit fontScale="90000"/>
          </a:bodyPr>
          <a:lstStyle/>
          <a:p>
            <a:r>
              <a:rPr lang="en-US" dirty="0"/>
              <a:t>RMS Requirement </a:t>
            </a:r>
            <a:endParaRPr lang="en-IN" dirty="0"/>
          </a:p>
        </p:txBody>
      </p:sp>
      <p:sp>
        <p:nvSpPr>
          <p:cNvPr id="10" name="Text Placeholder 9">
            <a:extLst>
              <a:ext uri="{FF2B5EF4-FFF2-40B4-BE49-F238E27FC236}">
                <a16:creationId xmlns:a16="http://schemas.microsoft.com/office/drawing/2014/main" id="{5D4B0613-961C-7B1E-9DDB-B3CAAE7CED03}"/>
              </a:ext>
            </a:extLst>
          </p:cNvPr>
          <p:cNvSpPr>
            <a:spLocks noGrp="1"/>
          </p:cNvSpPr>
          <p:nvPr>
            <p:ph type="body" sz="quarter" idx="14"/>
          </p:nvPr>
        </p:nvSpPr>
        <p:spPr>
          <a:xfrm>
            <a:off x="284096" y="1502227"/>
            <a:ext cx="11623807" cy="2231573"/>
          </a:xfrm>
        </p:spPr>
        <p:txBody>
          <a:bodyPr>
            <a:normAutofit fontScale="92500" lnSpcReduction="20000"/>
          </a:bodyPr>
          <a:lstStyle/>
          <a:p>
            <a:r>
              <a:rPr lang="en-US" dirty="0"/>
              <a:t>User will create Issue slip based on PPC Requirement. </a:t>
            </a:r>
          </a:p>
          <a:p>
            <a:r>
              <a:rPr lang="en-US" dirty="0"/>
              <a:t>Based on issue slip, user issues the material with MES System.</a:t>
            </a:r>
          </a:p>
          <a:p>
            <a:r>
              <a:rPr lang="en-US" dirty="0"/>
              <a:t>On material Issue System will Validate material, quantity, aging, and FIFO.</a:t>
            </a:r>
          </a:p>
          <a:p>
            <a:r>
              <a:rPr lang="en-US" dirty="0"/>
              <a:t>After material Issue completed based on Issue slip. </a:t>
            </a:r>
          </a:p>
          <a:p>
            <a:r>
              <a:rPr lang="en-US" dirty="0"/>
              <a:t>MES will have option to complete the Issue slip. </a:t>
            </a:r>
          </a:p>
          <a:p>
            <a:r>
              <a:rPr lang="en-US" dirty="0"/>
              <a:t>On Issue slip complete MES will Update the inventory. </a:t>
            </a:r>
          </a:p>
          <a:p>
            <a:r>
              <a:rPr lang="en-IN" dirty="0"/>
              <a:t>MES will share data with ERP also. </a:t>
            </a:r>
          </a:p>
        </p:txBody>
      </p:sp>
      <p:sp>
        <p:nvSpPr>
          <p:cNvPr id="12" name="Text Placeholder 9">
            <a:extLst>
              <a:ext uri="{FF2B5EF4-FFF2-40B4-BE49-F238E27FC236}">
                <a16:creationId xmlns:a16="http://schemas.microsoft.com/office/drawing/2014/main" id="{87B84CE5-7160-7A10-E0D8-E68F00975658}"/>
              </a:ext>
            </a:extLst>
          </p:cNvPr>
          <p:cNvSpPr txBox="1">
            <a:spLocks/>
          </p:cNvSpPr>
          <p:nvPr/>
        </p:nvSpPr>
        <p:spPr>
          <a:xfrm>
            <a:off x="335360" y="4239986"/>
            <a:ext cx="11623807" cy="1488537"/>
          </a:xfrm>
          <a:prstGeom prst="rect">
            <a:avLst/>
          </a:prstGeom>
        </p:spPr>
        <p:txBody>
          <a:bodyPr vert="horz" lIns="91440" tIns="45720" rIns="91440" bIns="45720" rtlCol="0">
            <a:normAutofit/>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2 Wi-Fi Mobile scanner required. </a:t>
            </a:r>
          </a:p>
          <a:p>
            <a:r>
              <a:rPr lang="en-US" dirty="0"/>
              <a:t>Issue slip user can generate in RMS PC. </a:t>
            </a:r>
          </a:p>
          <a:p>
            <a:r>
              <a:rPr lang="en-US" dirty="0"/>
              <a:t>Wi-Fi  Network is required in RMS Store.</a:t>
            </a:r>
            <a:endParaRPr lang="en-IN" dirty="0"/>
          </a:p>
        </p:txBody>
      </p:sp>
      <p:sp>
        <p:nvSpPr>
          <p:cNvPr id="14" name="Title 4">
            <a:extLst>
              <a:ext uri="{FF2B5EF4-FFF2-40B4-BE49-F238E27FC236}">
                <a16:creationId xmlns:a16="http://schemas.microsoft.com/office/drawing/2014/main" id="{AB62507A-1B0B-B298-211D-FCFE2BBB35AA}"/>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RM Issue Requirement</a:t>
            </a:r>
            <a:endParaRPr lang="en-IN" dirty="0"/>
          </a:p>
        </p:txBody>
      </p:sp>
      <p:sp>
        <p:nvSpPr>
          <p:cNvPr id="15" name="Title 4">
            <a:extLst>
              <a:ext uri="{FF2B5EF4-FFF2-40B4-BE49-F238E27FC236}">
                <a16:creationId xmlns:a16="http://schemas.microsoft.com/office/drawing/2014/main" id="{69315935-4F6C-2C0C-6069-352E9109BD9F}"/>
              </a:ext>
            </a:extLst>
          </p:cNvPr>
          <p:cNvSpPr txBox="1">
            <a:spLocks/>
          </p:cNvSpPr>
          <p:nvPr/>
        </p:nvSpPr>
        <p:spPr>
          <a:xfrm>
            <a:off x="335360" y="3942386"/>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RM Issue Required hardware </a:t>
            </a:r>
            <a:endParaRPr lang="en-IN" dirty="0"/>
          </a:p>
        </p:txBody>
      </p:sp>
    </p:spTree>
    <p:extLst>
      <p:ext uri="{BB962C8B-B14F-4D97-AF65-F5344CB8AC3E}">
        <p14:creationId xmlns:p14="http://schemas.microsoft.com/office/powerpoint/2010/main" val="4283511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12D86-3DD5-69A6-99E6-9636F9F87AC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B0A1A8-B803-5D18-A140-24C64C6E3453}"/>
              </a:ext>
            </a:extLst>
          </p:cNvPr>
          <p:cNvSpPr>
            <a:spLocks noGrp="1"/>
          </p:cNvSpPr>
          <p:nvPr>
            <p:ph type="title"/>
          </p:nvPr>
        </p:nvSpPr>
        <p:spPr/>
        <p:txBody>
          <a:bodyPr>
            <a:normAutofit fontScale="90000"/>
          </a:bodyPr>
          <a:lstStyle/>
          <a:p>
            <a:r>
              <a:rPr lang="en-US" dirty="0"/>
              <a:t>Carbon Silica &amp; Other Feeders Requirement </a:t>
            </a:r>
            <a:endParaRPr lang="en-IN" dirty="0"/>
          </a:p>
        </p:txBody>
      </p:sp>
      <p:sp>
        <p:nvSpPr>
          <p:cNvPr id="10" name="Text Placeholder 9">
            <a:extLst>
              <a:ext uri="{FF2B5EF4-FFF2-40B4-BE49-F238E27FC236}">
                <a16:creationId xmlns:a16="http://schemas.microsoft.com/office/drawing/2014/main" id="{1F1E3218-71B6-194D-D289-46ED011FE229}"/>
              </a:ext>
            </a:extLst>
          </p:cNvPr>
          <p:cNvSpPr>
            <a:spLocks noGrp="1"/>
          </p:cNvSpPr>
          <p:nvPr>
            <p:ph type="body" sz="quarter" idx="14"/>
          </p:nvPr>
        </p:nvSpPr>
        <p:spPr>
          <a:xfrm>
            <a:off x="284096" y="1502227"/>
            <a:ext cx="11623807" cy="2231573"/>
          </a:xfrm>
        </p:spPr>
        <p:txBody>
          <a:bodyPr>
            <a:normAutofit/>
          </a:bodyPr>
          <a:lstStyle/>
          <a:p>
            <a:r>
              <a:rPr lang="en-US" dirty="0"/>
              <a:t> Material wise feeder lookup will be required  to validate the material.. </a:t>
            </a:r>
          </a:p>
          <a:p>
            <a:r>
              <a:rPr lang="en-US" dirty="0"/>
              <a:t>On wrong material scanned Crane should not run.</a:t>
            </a:r>
          </a:p>
          <a:p>
            <a:r>
              <a:rPr lang="en-US" dirty="0"/>
              <a:t> Andon light should indicate on wrong or right material scan .</a:t>
            </a:r>
          </a:p>
          <a:p>
            <a:r>
              <a:rPr lang="en-US" dirty="0"/>
              <a:t>Crane control system and Andon light  PLC integration. </a:t>
            </a:r>
          </a:p>
          <a:p>
            <a:r>
              <a:rPr lang="en-US" dirty="0"/>
              <a:t>Feeders will be identified with metal barcodes. </a:t>
            </a:r>
          </a:p>
        </p:txBody>
      </p:sp>
      <p:sp>
        <p:nvSpPr>
          <p:cNvPr id="12" name="Text Placeholder 9">
            <a:extLst>
              <a:ext uri="{FF2B5EF4-FFF2-40B4-BE49-F238E27FC236}">
                <a16:creationId xmlns:a16="http://schemas.microsoft.com/office/drawing/2014/main" id="{32D263A8-85C7-1BDC-E164-B38B89E8FF56}"/>
              </a:ext>
            </a:extLst>
          </p:cNvPr>
          <p:cNvSpPr txBox="1">
            <a:spLocks/>
          </p:cNvSpPr>
          <p:nvPr/>
        </p:nvSpPr>
        <p:spPr>
          <a:xfrm>
            <a:off x="335360" y="4239986"/>
            <a:ext cx="11623807" cy="2231573"/>
          </a:xfrm>
          <a:prstGeom prst="rect">
            <a:avLst/>
          </a:prstGeom>
        </p:spPr>
        <p:txBody>
          <a:bodyPr vert="horz" lIns="91440" tIns="45720" rIns="91440" bIns="45720" rtlCol="0">
            <a:normAutofit fontScale="92500" lnSpcReduction="10000"/>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2  Bluetooth wireless scanners required. </a:t>
            </a:r>
          </a:p>
          <a:p>
            <a:r>
              <a:rPr lang="en-US" dirty="0"/>
              <a:t>12 Andon lights. </a:t>
            </a:r>
          </a:p>
          <a:p>
            <a:r>
              <a:rPr lang="en-US" dirty="0"/>
              <a:t>One HMI to display feeder wise material lookup.</a:t>
            </a:r>
          </a:p>
          <a:p>
            <a:r>
              <a:rPr lang="en-US" dirty="0"/>
              <a:t>12 Metal barcode for each feeder.</a:t>
            </a:r>
          </a:p>
          <a:p>
            <a:r>
              <a:rPr lang="en-US" dirty="0"/>
              <a:t>Network connectivity for all devices. </a:t>
            </a:r>
          </a:p>
          <a:p>
            <a:r>
              <a:rPr lang="en-US" dirty="0"/>
              <a:t>Andon lights connectivity with PLC</a:t>
            </a:r>
          </a:p>
          <a:p>
            <a:endParaRPr lang="en-IN" dirty="0"/>
          </a:p>
        </p:txBody>
      </p:sp>
      <p:sp>
        <p:nvSpPr>
          <p:cNvPr id="14" name="Title 4">
            <a:extLst>
              <a:ext uri="{FF2B5EF4-FFF2-40B4-BE49-F238E27FC236}">
                <a16:creationId xmlns:a16="http://schemas.microsoft.com/office/drawing/2014/main" id="{DD5F9323-333A-8D9D-836A-46952183D174}"/>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Feeders Requirement</a:t>
            </a:r>
            <a:endParaRPr lang="en-IN" dirty="0"/>
          </a:p>
        </p:txBody>
      </p:sp>
      <p:sp>
        <p:nvSpPr>
          <p:cNvPr id="15" name="Title 4">
            <a:extLst>
              <a:ext uri="{FF2B5EF4-FFF2-40B4-BE49-F238E27FC236}">
                <a16:creationId xmlns:a16="http://schemas.microsoft.com/office/drawing/2014/main" id="{6632E2D8-62B1-65B5-9B41-683DE97DB12B}"/>
              </a:ext>
            </a:extLst>
          </p:cNvPr>
          <p:cNvSpPr txBox="1">
            <a:spLocks/>
          </p:cNvSpPr>
          <p:nvPr/>
        </p:nvSpPr>
        <p:spPr>
          <a:xfrm>
            <a:off x="335360" y="3942386"/>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Feeder Required hardware </a:t>
            </a:r>
            <a:endParaRPr lang="en-IN" dirty="0"/>
          </a:p>
        </p:txBody>
      </p:sp>
    </p:spTree>
    <p:extLst>
      <p:ext uri="{BB962C8B-B14F-4D97-AF65-F5344CB8AC3E}">
        <p14:creationId xmlns:p14="http://schemas.microsoft.com/office/powerpoint/2010/main" val="3391121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11988-7964-9898-6EB0-A422E2B116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0B7C45-7497-CEB8-2FF3-A46EB323BA11}"/>
              </a:ext>
            </a:extLst>
          </p:cNvPr>
          <p:cNvSpPr>
            <a:spLocks noGrp="1"/>
          </p:cNvSpPr>
          <p:nvPr>
            <p:ph type="title"/>
          </p:nvPr>
        </p:nvSpPr>
        <p:spPr/>
        <p:txBody>
          <a:bodyPr>
            <a:normAutofit fontScale="90000"/>
          </a:bodyPr>
          <a:lstStyle/>
          <a:p>
            <a:r>
              <a:rPr lang="en-US" dirty="0"/>
              <a:t>OIL Feeders Requirement </a:t>
            </a:r>
            <a:endParaRPr lang="en-IN" dirty="0"/>
          </a:p>
        </p:txBody>
      </p:sp>
      <p:sp>
        <p:nvSpPr>
          <p:cNvPr id="10" name="Text Placeholder 9">
            <a:extLst>
              <a:ext uri="{FF2B5EF4-FFF2-40B4-BE49-F238E27FC236}">
                <a16:creationId xmlns:a16="http://schemas.microsoft.com/office/drawing/2014/main" id="{197CEEE7-C82D-0939-C89A-4E19E8D00006}"/>
              </a:ext>
            </a:extLst>
          </p:cNvPr>
          <p:cNvSpPr>
            <a:spLocks noGrp="1"/>
          </p:cNvSpPr>
          <p:nvPr>
            <p:ph type="body" sz="quarter" idx="14"/>
          </p:nvPr>
        </p:nvSpPr>
        <p:spPr>
          <a:xfrm>
            <a:off x="284096" y="1502227"/>
            <a:ext cx="11623807" cy="2231573"/>
          </a:xfrm>
        </p:spPr>
        <p:txBody>
          <a:bodyPr>
            <a:normAutofit/>
          </a:bodyPr>
          <a:lstStyle/>
          <a:p>
            <a:r>
              <a:rPr lang="en-US" dirty="0"/>
              <a:t> Material wise oil feeder lookup will be required  to validate the material.. </a:t>
            </a:r>
          </a:p>
          <a:p>
            <a:r>
              <a:rPr lang="en-US" dirty="0"/>
              <a:t>On wrong material scanned door should not open.</a:t>
            </a:r>
          </a:p>
          <a:p>
            <a:r>
              <a:rPr lang="en-US" dirty="0"/>
              <a:t> Andon light should indicate on wrong or right material scan .</a:t>
            </a:r>
          </a:p>
          <a:p>
            <a:r>
              <a:rPr lang="en-US" dirty="0"/>
              <a:t>Door open control system and Andon light PLC integration. </a:t>
            </a:r>
          </a:p>
          <a:p>
            <a:r>
              <a:rPr lang="en-US" dirty="0"/>
              <a:t>Oil Feeders will be identified with metal barcodes. </a:t>
            </a:r>
          </a:p>
        </p:txBody>
      </p:sp>
      <p:sp>
        <p:nvSpPr>
          <p:cNvPr id="12" name="Text Placeholder 9">
            <a:extLst>
              <a:ext uri="{FF2B5EF4-FFF2-40B4-BE49-F238E27FC236}">
                <a16:creationId xmlns:a16="http://schemas.microsoft.com/office/drawing/2014/main" id="{5108D7A4-183E-B51F-EB14-8DD42A6BA626}"/>
              </a:ext>
            </a:extLst>
          </p:cNvPr>
          <p:cNvSpPr txBox="1">
            <a:spLocks/>
          </p:cNvSpPr>
          <p:nvPr/>
        </p:nvSpPr>
        <p:spPr>
          <a:xfrm>
            <a:off x="335360" y="4239986"/>
            <a:ext cx="11623807" cy="2231573"/>
          </a:xfrm>
          <a:prstGeom prst="rect">
            <a:avLst/>
          </a:prstGeom>
        </p:spPr>
        <p:txBody>
          <a:bodyPr vert="horz" lIns="91440" tIns="45720" rIns="91440" bIns="45720" rtlCol="0">
            <a:normAutofit fontScale="92500" lnSpcReduction="10000"/>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2  Bluetooth wireless scanners required. </a:t>
            </a:r>
          </a:p>
          <a:p>
            <a:r>
              <a:rPr lang="en-US" dirty="0"/>
              <a:t>10 Andon lights. </a:t>
            </a:r>
          </a:p>
          <a:p>
            <a:r>
              <a:rPr lang="en-US" dirty="0"/>
              <a:t>One HMI to display feeder wise material lookup.</a:t>
            </a:r>
          </a:p>
          <a:p>
            <a:r>
              <a:rPr lang="en-US" dirty="0"/>
              <a:t>10 Metal barcode for each feeder.</a:t>
            </a:r>
          </a:p>
          <a:p>
            <a:r>
              <a:rPr lang="en-US" dirty="0"/>
              <a:t>Network connectivity for all devices. </a:t>
            </a:r>
          </a:p>
          <a:p>
            <a:r>
              <a:rPr lang="en-US" dirty="0"/>
              <a:t>Andon lights connectivity with existing PLC</a:t>
            </a:r>
          </a:p>
          <a:p>
            <a:endParaRPr lang="en-IN" dirty="0"/>
          </a:p>
        </p:txBody>
      </p:sp>
      <p:sp>
        <p:nvSpPr>
          <p:cNvPr id="14" name="Title 4">
            <a:extLst>
              <a:ext uri="{FF2B5EF4-FFF2-40B4-BE49-F238E27FC236}">
                <a16:creationId xmlns:a16="http://schemas.microsoft.com/office/drawing/2014/main" id="{C316352B-8610-756B-00C3-FBF7F321318D}"/>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 OIL Feeders Requirement</a:t>
            </a:r>
            <a:endParaRPr lang="en-IN" dirty="0"/>
          </a:p>
        </p:txBody>
      </p:sp>
      <p:sp>
        <p:nvSpPr>
          <p:cNvPr id="15" name="Title 4">
            <a:extLst>
              <a:ext uri="{FF2B5EF4-FFF2-40B4-BE49-F238E27FC236}">
                <a16:creationId xmlns:a16="http://schemas.microsoft.com/office/drawing/2014/main" id="{BA0DB320-4D2E-6407-1BED-CB56C2F7E679}"/>
              </a:ext>
            </a:extLst>
          </p:cNvPr>
          <p:cNvSpPr txBox="1">
            <a:spLocks/>
          </p:cNvSpPr>
          <p:nvPr/>
        </p:nvSpPr>
        <p:spPr>
          <a:xfrm>
            <a:off x="335360" y="3942386"/>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OIL Feeder Required hardware </a:t>
            </a:r>
            <a:endParaRPr lang="en-IN" dirty="0"/>
          </a:p>
        </p:txBody>
      </p:sp>
    </p:spTree>
    <p:extLst>
      <p:ext uri="{BB962C8B-B14F-4D97-AF65-F5344CB8AC3E}">
        <p14:creationId xmlns:p14="http://schemas.microsoft.com/office/powerpoint/2010/main" val="3626225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E2752-1B5E-EDAE-6B00-AA5D89E5A8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1ED5135-990A-AA2C-B890-5A99D63F6B1D}"/>
              </a:ext>
            </a:extLst>
          </p:cNvPr>
          <p:cNvSpPr>
            <a:spLocks noGrp="1"/>
          </p:cNvSpPr>
          <p:nvPr>
            <p:ph type="title"/>
          </p:nvPr>
        </p:nvSpPr>
        <p:spPr/>
        <p:txBody>
          <a:bodyPr>
            <a:normAutofit fontScale="90000"/>
          </a:bodyPr>
          <a:lstStyle/>
          <a:p>
            <a:r>
              <a:rPr lang="en-US" dirty="0"/>
              <a:t>Auto chemical Requirement </a:t>
            </a:r>
            <a:endParaRPr lang="en-IN" dirty="0"/>
          </a:p>
        </p:txBody>
      </p:sp>
      <p:sp>
        <p:nvSpPr>
          <p:cNvPr id="10" name="Text Placeholder 9">
            <a:extLst>
              <a:ext uri="{FF2B5EF4-FFF2-40B4-BE49-F238E27FC236}">
                <a16:creationId xmlns:a16="http://schemas.microsoft.com/office/drawing/2014/main" id="{05E3A8AB-6BF7-72DD-67DB-72682FFA20DB}"/>
              </a:ext>
            </a:extLst>
          </p:cNvPr>
          <p:cNvSpPr>
            <a:spLocks noGrp="1"/>
          </p:cNvSpPr>
          <p:nvPr>
            <p:ph type="body" sz="quarter" idx="14"/>
          </p:nvPr>
        </p:nvSpPr>
        <p:spPr>
          <a:xfrm>
            <a:off x="284096" y="1502227"/>
            <a:ext cx="11623807" cy="2440159"/>
          </a:xfrm>
        </p:spPr>
        <p:txBody>
          <a:bodyPr>
            <a:normAutofit fontScale="85000" lnSpcReduction="20000"/>
          </a:bodyPr>
          <a:lstStyle/>
          <a:p>
            <a:r>
              <a:rPr lang="en-US" dirty="0"/>
              <a:t> Material wise bin lookup will be required  to validate the material.. </a:t>
            </a:r>
          </a:p>
          <a:p>
            <a:r>
              <a:rPr lang="en-US" dirty="0"/>
              <a:t>On wrong material scanned bin door should not open.</a:t>
            </a:r>
          </a:p>
          <a:p>
            <a:r>
              <a:rPr lang="en-US" dirty="0"/>
              <a:t> WinCC Flexible SCADA is in place which is logging material and bin wise consumption. </a:t>
            </a:r>
          </a:p>
          <a:p>
            <a:r>
              <a:rPr lang="en-US" dirty="0"/>
              <a:t>PLC or Scada has information about what production is planned , running and  completed. </a:t>
            </a:r>
          </a:p>
          <a:p>
            <a:r>
              <a:rPr lang="en-US" dirty="0"/>
              <a:t>Each trolly will be identified with unique barcode.</a:t>
            </a:r>
          </a:p>
          <a:p>
            <a:r>
              <a:rPr lang="en-US" dirty="0"/>
              <a:t>One MES HMI display to display trolly status , bin lookup and running and production history.  </a:t>
            </a:r>
          </a:p>
          <a:p>
            <a:r>
              <a:rPr lang="en-US" dirty="0"/>
              <a:t>Produced bags will be liked with input material. </a:t>
            </a:r>
          </a:p>
          <a:p>
            <a:r>
              <a:rPr lang="en-US" dirty="0"/>
              <a:t>With trolly scan in mixing area bag consumption will be linked with batch id. </a:t>
            </a:r>
          </a:p>
        </p:txBody>
      </p:sp>
      <p:sp>
        <p:nvSpPr>
          <p:cNvPr id="12" name="Text Placeholder 9">
            <a:extLst>
              <a:ext uri="{FF2B5EF4-FFF2-40B4-BE49-F238E27FC236}">
                <a16:creationId xmlns:a16="http://schemas.microsoft.com/office/drawing/2014/main" id="{C33E0074-E04F-0355-ABEB-64BCC7B22811}"/>
              </a:ext>
            </a:extLst>
          </p:cNvPr>
          <p:cNvSpPr txBox="1">
            <a:spLocks/>
          </p:cNvSpPr>
          <p:nvPr/>
        </p:nvSpPr>
        <p:spPr>
          <a:xfrm>
            <a:off x="422445" y="4464901"/>
            <a:ext cx="11623807" cy="2231573"/>
          </a:xfrm>
          <a:prstGeom prst="rect">
            <a:avLst/>
          </a:prstGeom>
        </p:spPr>
        <p:txBody>
          <a:bodyPr vert="horz" lIns="91440" tIns="45720" rIns="91440" bIns="45720" rtlCol="0">
            <a:normAutofit/>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2 Wi-Fi mobile scanner for loading bins. </a:t>
            </a:r>
          </a:p>
          <a:p>
            <a:r>
              <a:rPr lang="en-US" dirty="0"/>
              <a:t>2  Bluetooth wireless scanners required. </a:t>
            </a:r>
          </a:p>
          <a:p>
            <a:r>
              <a:rPr lang="en-US" dirty="0"/>
              <a:t>2 HMI to display .</a:t>
            </a:r>
          </a:p>
          <a:p>
            <a:r>
              <a:rPr lang="en-US" dirty="0"/>
              <a:t>Network connectivity for all devices. </a:t>
            </a:r>
          </a:p>
          <a:p>
            <a:pPr marL="0" indent="0">
              <a:buNone/>
            </a:pPr>
            <a:endParaRPr lang="en-IN" dirty="0"/>
          </a:p>
        </p:txBody>
      </p:sp>
      <p:sp>
        <p:nvSpPr>
          <p:cNvPr id="14" name="Title 4">
            <a:extLst>
              <a:ext uri="{FF2B5EF4-FFF2-40B4-BE49-F238E27FC236}">
                <a16:creationId xmlns:a16="http://schemas.microsoft.com/office/drawing/2014/main" id="{9CA3A95C-2EAF-FB5C-035D-434E4D06C434}"/>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 auto chemical  Requirement</a:t>
            </a:r>
            <a:endParaRPr lang="en-IN" dirty="0"/>
          </a:p>
        </p:txBody>
      </p:sp>
      <p:sp>
        <p:nvSpPr>
          <p:cNvPr id="15" name="Title 4">
            <a:extLst>
              <a:ext uri="{FF2B5EF4-FFF2-40B4-BE49-F238E27FC236}">
                <a16:creationId xmlns:a16="http://schemas.microsoft.com/office/drawing/2014/main" id="{87F4FCC2-CF19-BE90-7C2F-39647122FBA2}"/>
              </a:ext>
            </a:extLst>
          </p:cNvPr>
          <p:cNvSpPr txBox="1">
            <a:spLocks/>
          </p:cNvSpPr>
          <p:nvPr/>
        </p:nvSpPr>
        <p:spPr>
          <a:xfrm>
            <a:off x="335360" y="4158173"/>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Auto chemical Required hardware </a:t>
            </a:r>
            <a:endParaRPr lang="en-IN" dirty="0"/>
          </a:p>
        </p:txBody>
      </p:sp>
    </p:spTree>
    <p:extLst>
      <p:ext uri="{BB962C8B-B14F-4D97-AF65-F5344CB8AC3E}">
        <p14:creationId xmlns:p14="http://schemas.microsoft.com/office/powerpoint/2010/main" val="2400058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4E284-0A73-F574-7A42-F7F74F65FE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0F1F2E-9945-3552-0108-DB75A58EAC7D}"/>
              </a:ext>
            </a:extLst>
          </p:cNvPr>
          <p:cNvSpPr>
            <a:spLocks noGrp="1"/>
          </p:cNvSpPr>
          <p:nvPr>
            <p:ph type="title"/>
          </p:nvPr>
        </p:nvSpPr>
        <p:spPr/>
        <p:txBody>
          <a:bodyPr>
            <a:normAutofit fontScale="90000"/>
          </a:bodyPr>
          <a:lstStyle/>
          <a:p>
            <a:r>
              <a:rPr lang="en-US" dirty="0"/>
              <a:t>Bale Cutter Requirement </a:t>
            </a:r>
            <a:endParaRPr lang="en-IN" dirty="0"/>
          </a:p>
        </p:txBody>
      </p:sp>
      <p:sp>
        <p:nvSpPr>
          <p:cNvPr id="10" name="Text Placeholder 9">
            <a:extLst>
              <a:ext uri="{FF2B5EF4-FFF2-40B4-BE49-F238E27FC236}">
                <a16:creationId xmlns:a16="http://schemas.microsoft.com/office/drawing/2014/main" id="{B0FA5A08-FAA6-1251-5E45-1A3F49702777}"/>
              </a:ext>
            </a:extLst>
          </p:cNvPr>
          <p:cNvSpPr>
            <a:spLocks noGrp="1"/>
          </p:cNvSpPr>
          <p:nvPr>
            <p:ph type="body" sz="quarter" idx="14"/>
          </p:nvPr>
        </p:nvSpPr>
        <p:spPr>
          <a:xfrm>
            <a:off x="284096" y="1502227"/>
            <a:ext cx="11623807" cy="2440159"/>
          </a:xfrm>
        </p:spPr>
        <p:txBody>
          <a:bodyPr>
            <a:normAutofit/>
          </a:bodyPr>
          <a:lstStyle/>
          <a:p>
            <a:r>
              <a:rPr lang="en-US" dirty="0"/>
              <a:t> Bale cutters 2 different lots material can be mixed in one lot. </a:t>
            </a:r>
          </a:p>
          <a:p>
            <a:r>
              <a:rPr lang="en-US" dirty="0"/>
              <a:t>After bale cutter final unique lot no will be generated and linked with source lot to trace the material.</a:t>
            </a:r>
          </a:p>
        </p:txBody>
      </p:sp>
      <p:sp>
        <p:nvSpPr>
          <p:cNvPr id="12" name="Text Placeholder 9">
            <a:extLst>
              <a:ext uri="{FF2B5EF4-FFF2-40B4-BE49-F238E27FC236}">
                <a16:creationId xmlns:a16="http://schemas.microsoft.com/office/drawing/2014/main" id="{B8F32218-0662-7369-FFA2-A7B435A59FBD}"/>
              </a:ext>
            </a:extLst>
          </p:cNvPr>
          <p:cNvSpPr txBox="1">
            <a:spLocks/>
          </p:cNvSpPr>
          <p:nvPr/>
        </p:nvSpPr>
        <p:spPr>
          <a:xfrm>
            <a:off x="422445" y="4464901"/>
            <a:ext cx="11623807" cy="2231573"/>
          </a:xfrm>
          <a:prstGeom prst="rect">
            <a:avLst/>
          </a:prstGeom>
        </p:spPr>
        <p:txBody>
          <a:bodyPr vert="horz" lIns="91440" tIns="45720" rIns="91440" bIns="45720" rtlCol="0">
            <a:normAutofit/>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2 Printers. </a:t>
            </a:r>
          </a:p>
          <a:p>
            <a:r>
              <a:rPr lang="en-US" dirty="0"/>
              <a:t>2  USB scanners required. </a:t>
            </a:r>
          </a:p>
          <a:p>
            <a:r>
              <a:rPr lang="en-US" dirty="0"/>
              <a:t>2 HMI to display .</a:t>
            </a:r>
          </a:p>
          <a:p>
            <a:r>
              <a:rPr lang="en-US" dirty="0"/>
              <a:t>Network connectivity for all devices. </a:t>
            </a:r>
          </a:p>
          <a:p>
            <a:pPr marL="0" indent="0">
              <a:buNone/>
            </a:pPr>
            <a:endParaRPr lang="en-IN" dirty="0"/>
          </a:p>
        </p:txBody>
      </p:sp>
      <p:sp>
        <p:nvSpPr>
          <p:cNvPr id="14" name="Title 4">
            <a:extLst>
              <a:ext uri="{FF2B5EF4-FFF2-40B4-BE49-F238E27FC236}">
                <a16:creationId xmlns:a16="http://schemas.microsoft.com/office/drawing/2014/main" id="{0145FF6A-AD67-56B6-172C-7D2A5E851B93}"/>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Bale Cutter Requirement</a:t>
            </a:r>
            <a:endParaRPr lang="en-IN" dirty="0"/>
          </a:p>
        </p:txBody>
      </p:sp>
      <p:sp>
        <p:nvSpPr>
          <p:cNvPr id="15" name="Title 4">
            <a:extLst>
              <a:ext uri="{FF2B5EF4-FFF2-40B4-BE49-F238E27FC236}">
                <a16:creationId xmlns:a16="http://schemas.microsoft.com/office/drawing/2014/main" id="{99DA47AD-6FD0-0A7E-5433-C7142FA97F80}"/>
              </a:ext>
            </a:extLst>
          </p:cNvPr>
          <p:cNvSpPr txBox="1">
            <a:spLocks/>
          </p:cNvSpPr>
          <p:nvPr/>
        </p:nvSpPr>
        <p:spPr>
          <a:xfrm>
            <a:off x="335360" y="4158173"/>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Bale Cutter Required hardware </a:t>
            </a:r>
            <a:endParaRPr lang="en-IN" dirty="0"/>
          </a:p>
        </p:txBody>
      </p:sp>
    </p:spTree>
    <p:extLst>
      <p:ext uri="{BB962C8B-B14F-4D97-AF65-F5344CB8AC3E}">
        <p14:creationId xmlns:p14="http://schemas.microsoft.com/office/powerpoint/2010/main" val="241337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39C64-AD12-349D-C416-8D78EB741B6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855A157-125D-CB03-92EA-909C925F6B6D}"/>
              </a:ext>
            </a:extLst>
          </p:cNvPr>
          <p:cNvSpPr>
            <a:spLocks noGrp="1"/>
          </p:cNvSpPr>
          <p:nvPr>
            <p:ph type="title"/>
          </p:nvPr>
        </p:nvSpPr>
        <p:spPr/>
        <p:txBody>
          <a:bodyPr>
            <a:normAutofit fontScale="90000"/>
          </a:bodyPr>
          <a:lstStyle/>
          <a:p>
            <a:r>
              <a:rPr lang="en-US" dirty="0"/>
              <a:t>Mixer Feeding Requirement </a:t>
            </a:r>
            <a:endParaRPr lang="en-IN" dirty="0"/>
          </a:p>
        </p:txBody>
      </p:sp>
      <p:sp>
        <p:nvSpPr>
          <p:cNvPr id="10" name="Text Placeholder 9">
            <a:extLst>
              <a:ext uri="{FF2B5EF4-FFF2-40B4-BE49-F238E27FC236}">
                <a16:creationId xmlns:a16="http://schemas.microsoft.com/office/drawing/2014/main" id="{7D26EBFE-5A4E-782F-BDE5-D92D8170343B}"/>
              </a:ext>
            </a:extLst>
          </p:cNvPr>
          <p:cNvSpPr>
            <a:spLocks noGrp="1"/>
          </p:cNvSpPr>
          <p:nvPr>
            <p:ph type="body" sz="quarter" idx="14"/>
          </p:nvPr>
        </p:nvSpPr>
        <p:spPr>
          <a:xfrm>
            <a:off x="284096" y="1502227"/>
            <a:ext cx="11623807" cy="2928259"/>
          </a:xfrm>
        </p:spPr>
        <p:txBody>
          <a:bodyPr>
            <a:normAutofit/>
          </a:bodyPr>
          <a:lstStyle/>
          <a:p>
            <a:r>
              <a:rPr lang="en-US" dirty="0"/>
              <a:t> Mixer feeding area MES will monitor running material production plan and recipe.</a:t>
            </a:r>
          </a:p>
          <a:p>
            <a:r>
              <a:rPr lang="en-US" dirty="0"/>
              <a:t>Based on the same BOM will be displayed to check material validation status. </a:t>
            </a:r>
          </a:p>
          <a:p>
            <a:r>
              <a:rPr lang="en-US" dirty="0"/>
              <a:t>Before weighing user will scan polymer or compound. </a:t>
            </a:r>
          </a:p>
          <a:p>
            <a:r>
              <a:rPr lang="en-US" dirty="0"/>
              <a:t>Conveyor will run in case of right material scanned and validated. </a:t>
            </a:r>
          </a:p>
          <a:p>
            <a:r>
              <a:rPr lang="en-US" dirty="0"/>
              <a:t>Carbon and others material directly consumed from bins.</a:t>
            </a:r>
          </a:p>
          <a:p>
            <a:r>
              <a:rPr lang="en-US" dirty="0"/>
              <a:t>All the input material will be linked with produced </a:t>
            </a:r>
            <a:r>
              <a:rPr lang="en-US" dirty="0" err="1"/>
              <a:t>batchID</a:t>
            </a:r>
            <a:r>
              <a:rPr lang="en-US" dirty="0"/>
              <a:t>. </a:t>
            </a:r>
          </a:p>
          <a:p>
            <a:r>
              <a:rPr lang="en-US" dirty="0"/>
              <a:t>Mixer control system PLC tags will have running production detail like plan id , recipe and material code. </a:t>
            </a:r>
          </a:p>
          <a:p>
            <a:endParaRPr lang="en-US" dirty="0"/>
          </a:p>
          <a:p>
            <a:endParaRPr lang="en-US" dirty="0"/>
          </a:p>
          <a:p>
            <a:endParaRPr lang="en-US" dirty="0"/>
          </a:p>
        </p:txBody>
      </p:sp>
      <p:sp>
        <p:nvSpPr>
          <p:cNvPr id="12" name="Text Placeholder 9">
            <a:extLst>
              <a:ext uri="{FF2B5EF4-FFF2-40B4-BE49-F238E27FC236}">
                <a16:creationId xmlns:a16="http://schemas.microsoft.com/office/drawing/2014/main" id="{84659B90-1DA6-45E7-7B16-F3B12E447E06}"/>
              </a:ext>
            </a:extLst>
          </p:cNvPr>
          <p:cNvSpPr txBox="1">
            <a:spLocks/>
          </p:cNvSpPr>
          <p:nvPr/>
        </p:nvSpPr>
        <p:spPr>
          <a:xfrm>
            <a:off x="476874" y="4998215"/>
            <a:ext cx="11623807" cy="1413385"/>
          </a:xfrm>
          <a:prstGeom prst="rect">
            <a:avLst/>
          </a:prstGeom>
        </p:spPr>
        <p:txBody>
          <a:bodyPr vert="horz" lIns="91440" tIns="45720" rIns="91440" bIns="45720" rtlCol="0">
            <a:normAutofit/>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2 HMI display . </a:t>
            </a:r>
          </a:p>
          <a:p>
            <a:r>
              <a:rPr lang="en-US" dirty="0"/>
              <a:t>2 Wi- Fi Scanners. </a:t>
            </a:r>
          </a:p>
          <a:p>
            <a:r>
              <a:rPr lang="en-US" dirty="0"/>
              <a:t>Network connectivity for all devices. </a:t>
            </a:r>
          </a:p>
          <a:p>
            <a:pPr marL="0" indent="0">
              <a:buNone/>
            </a:pPr>
            <a:endParaRPr lang="en-IN" dirty="0"/>
          </a:p>
        </p:txBody>
      </p:sp>
      <p:sp>
        <p:nvSpPr>
          <p:cNvPr id="14" name="Title 4">
            <a:extLst>
              <a:ext uri="{FF2B5EF4-FFF2-40B4-BE49-F238E27FC236}">
                <a16:creationId xmlns:a16="http://schemas.microsoft.com/office/drawing/2014/main" id="{F4454D7E-0982-A3DC-9FBB-D9966D9A1A61}"/>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Mixer Feeding Requirement</a:t>
            </a:r>
            <a:endParaRPr lang="en-IN" dirty="0"/>
          </a:p>
        </p:txBody>
      </p:sp>
      <p:sp>
        <p:nvSpPr>
          <p:cNvPr id="15" name="Title 4">
            <a:extLst>
              <a:ext uri="{FF2B5EF4-FFF2-40B4-BE49-F238E27FC236}">
                <a16:creationId xmlns:a16="http://schemas.microsoft.com/office/drawing/2014/main" id="{9058CB42-7AE1-47D9-5267-29568D5CEE0B}"/>
              </a:ext>
            </a:extLst>
          </p:cNvPr>
          <p:cNvSpPr txBox="1">
            <a:spLocks/>
          </p:cNvSpPr>
          <p:nvPr/>
        </p:nvSpPr>
        <p:spPr>
          <a:xfrm>
            <a:off x="335360" y="4700613"/>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Mixer Feeding Required hardware </a:t>
            </a:r>
            <a:endParaRPr lang="en-IN" dirty="0"/>
          </a:p>
        </p:txBody>
      </p:sp>
    </p:spTree>
    <p:extLst>
      <p:ext uri="{BB962C8B-B14F-4D97-AF65-F5344CB8AC3E}">
        <p14:creationId xmlns:p14="http://schemas.microsoft.com/office/powerpoint/2010/main" val="3700140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8427-CEF5-7188-3626-0FAFC44F186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FC49E0F-5A34-F9E1-9A0C-25FCDE3C1141}"/>
              </a:ext>
            </a:extLst>
          </p:cNvPr>
          <p:cNvSpPr>
            <a:spLocks noGrp="1"/>
          </p:cNvSpPr>
          <p:nvPr>
            <p:ph type="title"/>
          </p:nvPr>
        </p:nvSpPr>
        <p:spPr/>
        <p:txBody>
          <a:bodyPr>
            <a:normAutofit fontScale="90000"/>
          </a:bodyPr>
          <a:lstStyle/>
          <a:p>
            <a:r>
              <a:rPr lang="en-US" dirty="0"/>
              <a:t>Mixer Batch Off Requirement </a:t>
            </a:r>
            <a:endParaRPr lang="en-IN" dirty="0"/>
          </a:p>
        </p:txBody>
      </p:sp>
      <p:sp>
        <p:nvSpPr>
          <p:cNvPr id="10" name="Text Placeholder 9">
            <a:extLst>
              <a:ext uri="{FF2B5EF4-FFF2-40B4-BE49-F238E27FC236}">
                <a16:creationId xmlns:a16="http://schemas.microsoft.com/office/drawing/2014/main" id="{7E6CC8E9-D53E-4908-1B1D-CC5425AF14F2}"/>
              </a:ext>
            </a:extLst>
          </p:cNvPr>
          <p:cNvSpPr>
            <a:spLocks noGrp="1"/>
          </p:cNvSpPr>
          <p:nvPr>
            <p:ph type="body" sz="quarter" idx="14"/>
          </p:nvPr>
        </p:nvSpPr>
        <p:spPr>
          <a:xfrm>
            <a:off x="284096" y="1502227"/>
            <a:ext cx="11623807" cy="2928259"/>
          </a:xfrm>
        </p:spPr>
        <p:txBody>
          <a:bodyPr>
            <a:normAutofit/>
          </a:bodyPr>
          <a:lstStyle/>
          <a:p>
            <a:r>
              <a:rPr lang="en-US" dirty="0"/>
              <a:t> Mixer Batch area MES will monitor batch off start and stop.</a:t>
            </a:r>
          </a:p>
          <a:p>
            <a:r>
              <a:rPr lang="en-US" dirty="0"/>
              <a:t>On batch off stop user will enter no of batch taken out. </a:t>
            </a:r>
          </a:p>
          <a:p>
            <a:r>
              <a:rPr lang="en-US" dirty="0"/>
              <a:t>MES is already tracking batched in FIFO from mixer production. </a:t>
            </a:r>
          </a:p>
          <a:p>
            <a:r>
              <a:rPr lang="en-US" dirty="0"/>
              <a:t>MES will print the stickers for the batches taken out. </a:t>
            </a:r>
          </a:p>
          <a:p>
            <a:pPr marL="0" indent="0">
              <a:buNone/>
            </a:pPr>
            <a:endParaRPr lang="en-US" dirty="0"/>
          </a:p>
          <a:p>
            <a:endParaRPr lang="en-US" dirty="0"/>
          </a:p>
          <a:p>
            <a:endParaRPr lang="en-US" dirty="0"/>
          </a:p>
        </p:txBody>
      </p:sp>
      <p:sp>
        <p:nvSpPr>
          <p:cNvPr id="12" name="Text Placeholder 9">
            <a:extLst>
              <a:ext uri="{FF2B5EF4-FFF2-40B4-BE49-F238E27FC236}">
                <a16:creationId xmlns:a16="http://schemas.microsoft.com/office/drawing/2014/main" id="{80DFE217-39AD-1B94-970C-217BACAF0B36}"/>
              </a:ext>
            </a:extLst>
          </p:cNvPr>
          <p:cNvSpPr txBox="1">
            <a:spLocks/>
          </p:cNvSpPr>
          <p:nvPr/>
        </p:nvSpPr>
        <p:spPr>
          <a:xfrm>
            <a:off x="476874" y="4998215"/>
            <a:ext cx="11623807" cy="1413385"/>
          </a:xfrm>
          <a:prstGeom prst="rect">
            <a:avLst/>
          </a:prstGeom>
        </p:spPr>
        <p:txBody>
          <a:bodyPr vert="horz" lIns="91440" tIns="45720" rIns="91440" bIns="45720" rtlCol="0">
            <a:normAutofit/>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2 HMI display . </a:t>
            </a:r>
          </a:p>
          <a:p>
            <a:r>
              <a:rPr lang="en-US" dirty="0"/>
              <a:t>2 printers </a:t>
            </a:r>
          </a:p>
          <a:p>
            <a:r>
              <a:rPr lang="en-US" dirty="0"/>
              <a:t>Network connectivity for all devices. </a:t>
            </a:r>
          </a:p>
          <a:p>
            <a:pPr marL="0" indent="0">
              <a:buNone/>
            </a:pPr>
            <a:endParaRPr lang="en-IN" dirty="0"/>
          </a:p>
        </p:txBody>
      </p:sp>
      <p:sp>
        <p:nvSpPr>
          <p:cNvPr id="14" name="Title 4">
            <a:extLst>
              <a:ext uri="{FF2B5EF4-FFF2-40B4-BE49-F238E27FC236}">
                <a16:creationId xmlns:a16="http://schemas.microsoft.com/office/drawing/2014/main" id="{ED28ECE5-C2F2-437D-6965-DBCC51ADB161}"/>
              </a:ext>
            </a:extLst>
          </p:cNvPr>
          <p:cNvSpPr txBox="1">
            <a:spLocks/>
          </p:cNvSpPr>
          <p:nvPr/>
        </p:nvSpPr>
        <p:spPr>
          <a:xfrm>
            <a:off x="335360" y="1129477"/>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Mixer Batch Off Requirement</a:t>
            </a:r>
            <a:endParaRPr lang="en-IN" dirty="0"/>
          </a:p>
        </p:txBody>
      </p:sp>
      <p:sp>
        <p:nvSpPr>
          <p:cNvPr id="15" name="Title 4">
            <a:extLst>
              <a:ext uri="{FF2B5EF4-FFF2-40B4-BE49-F238E27FC236}">
                <a16:creationId xmlns:a16="http://schemas.microsoft.com/office/drawing/2014/main" id="{E790DC2E-2DD1-31BC-67B5-22B8F932875E}"/>
              </a:ext>
            </a:extLst>
          </p:cNvPr>
          <p:cNvSpPr txBox="1">
            <a:spLocks/>
          </p:cNvSpPr>
          <p:nvPr/>
        </p:nvSpPr>
        <p:spPr>
          <a:xfrm>
            <a:off x="335360" y="4700613"/>
            <a:ext cx="9624640" cy="297600"/>
          </a:xfrm>
          <a:prstGeom prst="rect">
            <a:avLst/>
          </a:prstGeom>
        </p:spPr>
        <p:txBody>
          <a:bodyPr vert="horz" lIns="91440" tIns="45720" rIns="91440" bIns="45720" rtlCol="0" anchor="ctr">
            <a:normAutofit fontScale="67500" lnSpcReduction="20000"/>
          </a:bodyPr>
          <a:lstStyle>
            <a:lvl1pPr algn="l" defTabSz="1219170" rtl="0" eaLnBrk="1" latinLnBrk="0" hangingPunct="1">
              <a:spcBef>
                <a:spcPct val="0"/>
              </a:spcBef>
              <a:buNone/>
              <a:defRPr sz="2400" b="1" kern="1200" cap="all" baseline="0">
                <a:solidFill>
                  <a:schemeClr val="accent1"/>
                </a:solidFill>
                <a:latin typeface="+mj-lt"/>
                <a:ea typeface="+mj-ea"/>
                <a:cs typeface="+mj-cs"/>
              </a:defRPr>
            </a:lvl1pPr>
          </a:lstStyle>
          <a:p>
            <a:r>
              <a:rPr lang="en-US" dirty="0"/>
              <a:t>Mixer Batch Off Required hardware </a:t>
            </a:r>
            <a:endParaRPr lang="en-IN" dirty="0"/>
          </a:p>
        </p:txBody>
      </p:sp>
    </p:spTree>
    <p:extLst>
      <p:ext uri="{BB962C8B-B14F-4D97-AF65-F5344CB8AC3E}">
        <p14:creationId xmlns:p14="http://schemas.microsoft.com/office/powerpoint/2010/main" val="253292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ACCD61D-5262-9889-1D72-A32015CBBA4B}"/>
              </a:ext>
            </a:extLst>
          </p:cNvPr>
          <p:cNvSpPr>
            <a:spLocks noGrp="1"/>
          </p:cNvSpPr>
          <p:nvPr>
            <p:ph type="body" sz="quarter" idx="13"/>
          </p:nvPr>
        </p:nvSpPr>
        <p:spPr/>
        <p:txBody>
          <a:bodyPr/>
          <a:lstStyle/>
          <a:p>
            <a:endParaRPr lang="en-IN"/>
          </a:p>
        </p:txBody>
      </p:sp>
      <p:sp>
        <p:nvSpPr>
          <p:cNvPr id="10" name="Title 2">
            <a:extLst>
              <a:ext uri="{FF2B5EF4-FFF2-40B4-BE49-F238E27FC236}">
                <a16:creationId xmlns:a16="http://schemas.microsoft.com/office/drawing/2014/main" id="{D744712F-3A25-C30F-88F1-E257F9B6C99C}"/>
              </a:ext>
            </a:extLst>
          </p:cNvPr>
          <p:cNvSpPr>
            <a:spLocks noGrp="1"/>
          </p:cNvSpPr>
          <p:nvPr>
            <p:ph type="title"/>
          </p:nvPr>
        </p:nvSpPr>
        <p:spPr>
          <a:xfrm>
            <a:off x="335360" y="446400"/>
            <a:ext cx="9624640" cy="297600"/>
          </a:xfrm>
        </p:spPr>
        <p:txBody>
          <a:bodyPr>
            <a:noAutofit/>
          </a:bodyPr>
          <a:lstStyle/>
          <a:p>
            <a:r>
              <a:rPr lang="en-US"/>
              <a:t>PROJECT ASSUMPTIONS</a:t>
            </a:r>
            <a:endParaRPr lang="en-US" dirty="0"/>
          </a:p>
        </p:txBody>
      </p:sp>
      <p:sp>
        <p:nvSpPr>
          <p:cNvPr id="5" name="Text Placeholder 4">
            <a:extLst>
              <a:ext uri="{FF2B5EF4-FFF2-40B4-BE49-F238E27FC236}">
                <a16:creationId xmlns:a16="http://schemas.microsoft.com/office/drawing/2014/main" id="{3444B4FC-D04A-49E7-32F4-CF3C950B2728}"/>
              </a:ext>
            </a:extLst>
          </p:cNvPr>
          <p:cNvSpPr>
            <a:spLocks noGrp="1"/>
          </p:cNvSpPr>
          <p:nvPr>
            <p:ph type="body" sz="quarter" idx="14"/>
          </p:nvPr>
        </p:nvSpPr>
        <p:spPr>
          <a:xfrm>
            <a:off x="334964" y="1509712"/>
            <a:ext cx="11444082" cy="5097565"/>
          </a:xfrm>
        </p:spPr>
        <p:txBody>
          <a:bodyPr>
            <a:normAutofit/>
          </a:bodyPr>
          <a:lstStyle/>
          <a:p>
            <a:pPr marL="0" indent="0">
              <a:buNone/>
            </a:pPr>
            <a:endParaRPr lang="en-US" dirty="0"/>
          </a:p>
        </p:txBody>
      </p:sp>
    </p:spTree>
    <p:extLst>
      <p:ext uri="{BB962C8B-B14F-4D97-AF65-F5344CB8AC3E}">
        <p14:creationId xmlns:p14="http://schemas.microsoft.com/office/powerpoint/2010/main" val="2698467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D8B8230-9227-CA58-E468-F1ED5C8CBEED}"/>
              </a:ext>
            </a:extLst>
          </p:cNvPr>
          <p:cNvSpPr>
            <a:spLocks noGrp="1"/>
          </p:cNvSpPr>
          <p:nvPr>
            <p:ph type="body" sz="quarter" idx="13"/>
          </p:nvPr>
        </p:nvSpPr>
        <p:spPr/>
        <p:txBody>
          <a:bodyPr vert="horz" lIns="91440" tIns="45720" rIns="91440" bIns="45720" rtlCol="0" anchor="t">
            <a:normAutofit fontScale="92500" lnSpcReduction="20000"/>
          </a:bodyPr>
          <a:lstStyle/>
          <a:p>
            <a:r>
              <a:rPr lang="en-US"/>
              <a:t>Phase wise implementation</a:t>
            </a:r>
            <a:endParaRPr lang="en-US" dirty="0"/>
          </a:p>
        </p:txBody>
      </p:sp>
      <p:sp>
        <p:nvSpPr>
          <p:cNvPr id="10" name="Title 2">
            <a:extLst>
              <a:ext uri="{FF2B5EF4-FFF2-40B4-BE49-F238E27FC236}">
                <a16:creationId xmlns:a16="http://schemas.microsoft.com/office/drawing/2014/main" id="{F50DA953-26B3-C6E6-9A00-C9416ADE8EC1}"/>
              </a:ext>
            </a:extLst>
          </p:cNvPr>
          <p:cNvSpPr>
            <a:spLocks noGrp="1"/>
          </p:cNvSpPr>
          <p:nvPr>
            <p:ph type="title"/>
          </p:nvPr>
        </p:nvSpPr>
        <p:spPr/>
        <p:txBody>
          <a:bodyPr vert="horz" lIns="91440" tIns="45720" rIns="91440" bIns="45720" rtlCol="0" anchor="ctr">
            <a:normAutofit fontScale="90000"/>
          </a:bodyPr>
          <a:lstStyle/>
          <a:p>
            <a:r>
              <a:rPr lang="en-US"/>
              <a:t>Implementation roadmap</a:t>
            </a:r>
            <a:endParaRPr lang="en-US" dirty="0"/>
          </a:p>
        </p:txBody>
      </p:sp>
      <p:sp>
        <p:nvSpPr>
          <p:cNvPr id="2" name="Text Placeholder 1">
            <a:extLst>
              <a:ext uri="{FF2B5EF4-FFF2-40B4-BE49-F238E27FC236}">
                <a16:creationId xmlns:a16="http://schemas.microsoft.com/office/drawing/2014/main" id="{6CE13FFD-927B-7C3F-D3EA-DC74C33CEB0B}"/>
              </a:ext>
            </a:extLst>
          </p:cNvPr>
          <p:cNvSpPr>
            <a:spLocks noGrp="1"/>
          </p:cNvSpPr>
          <p:nvPr>
            <p:ph idx="4294967295"/>
          </p:nvPr>
        </p:nvSpPr>
        <p:spPr>
          <a:xfrm>
            <a:off x="501445" y="1884072"/>
            <a:ext cx="6076336" cy="3648075"/>
          </a:xfrm>
        </p:spPr>
        <p:txBody>
          <a:bodyPr vert="horz" lIns="91440" tIns="45720" rIns="91440" bIns="45720" rtlCol="0">
            <a:normAutofit/>
          </a:bodyPr>
          <a:lstStyle/>
          <a:p>
            <a:r>
              <a:rPr lang="en-US" sz="1400" dirty="0"/>
              <a:t>Overall system design and data flow architecture.</a:t>
            </a:r>
          </a:p>
          <a:p>
            <a:r>
              <a:rPr lang="en-US" sz="1400" dirty="0"/>
              <a:t>Central MES System hosted at Common On-Premise Data Center. </a:t>
            </a:r>
          </a:p>
          <a:p>
            <a:r>
              <a:rPr lang="en-US" sz="1400" dirty="0"/>
              <a:t>Integration of mixing area for traceability and execution control.</a:t>
            </a:r>
          </a:p>
          <a:p>
            <a:r>
              <a:rPr lang="en-US" sz="1400" dirty="0"/>
              <a:t>MES for traceability and controls.</a:t>
            </a:r>
          </a:p>
          <a:p>
            <a:pPr lvl="1"/>
            <a:r>
              <a:rPr lang="en-US" sz="1400" dirty="0"/>
              <a:t>RMS Booking</a:t>
            </a:r>
          </a:p>
          <a:p>
            <a:pPr lvl="1"/>
            <a:r>
              <a:rPr lang="en-US" sz="1400" dirty="0"/>
              <a:t>RMS Issue</a:t>
            </a:r>
          </a:p>
          <a:p>
            <a:pPr lvl="1"/>
            <a:r>
              <a:rPr lang="en-US" sz="1400" dirty="0"/>
              <a:t>Carbon Silica &amp; Other (Poka Yoke)</a:t>
            </a:r>
          </a:p>
          <a:p>
            <a:pPr lvl="1"/>
            <a:r>
              <a:rPr lang="en-US" sz="1400" dirty="0"/>
              <a:t>Auto chemical. </a:t>
            </a:r>
          </a:p>
          <a:p>
            <a:pPr lvl="1"/>
            <a:r>
              <a:rPr lang="en-US" sz="1400" dirty="0"/>
              <a:t>Mixer Feeding (Poke Yoke)</a:t>
            </a:r>
          </a:p>
          <a:p>
            <a:pPr lvl="1"/>
            <a:r>
              <a:rPr lang="en-US" sz="1400" dirty="0"/>
              <a:t>Mixer batch off. </a:t>
            </a:r>
          </a:p>
          <a:p>
            <a:endParaRPr lang="en-US" sz="1400" dirty="0"/>
          </a:p>
          <a:p>
            <a:endParaRPr lang="en-US" sz="1400" dirty="0"/>
          </a:p>
        </p:txBody>
      </p:sp>
      <p:sp>
        <p:nvSpPr>
          <p:cNvPr id="3" name="Text Placeholder 1">
            <a:extLst>
              <a:ext uri="{FF2B5EF4-FFF2-40B4-BE49-F238E27FC236}">
                <a16:creationId xmlns:a16="http://schemas.microsoft.com/office/drawing/2014/main" id="{762548BE-D437-4003-4C38-9114A6CEEDF8}"/>
              </a:ext>
            </a:extLst>
          </p:cNvPr>
          <p:cNvSpPr txBox="1">
            <a:spLocks/>
          </p:cNvSpPr>
          <p:nvPr/>
        </p:nvSpPr>
        <p:spPr>
          <a:xfrm>
            <a:off x="501445" y="4712366"/>
            <a:ext cx="6469626" cy="4320512"/>
          </a:xfrm>
          <a:prstGeom prst="rect">
            <a:avLst/>
          </a:prstGeom>
        </p:spPr>
        <p:txBody>
          <a:bodyPr vert="horz" lIns="91440" tIns="45720" rIns="91440" bIns="45720" rtlCol="0">
            <a:normAutofit/>
          </a:bodyPr>
          <a:lstStyle>
            <a:lvl1pPr marL="234945" indent="-234945" algn="l" defTabSz="1219170" rtl="0" eaLnBrk="1" latinLnBrk="0" hangingPunct="1">
              <a:spcBef>
                <a:spcPts val="0"/>
              </a:spcBef>
              <a:spcAft>
                <a:spcPts val="800"/>
              </a:spcAft>
              <a:buClr>
                <a:schemeClr val="accent1"/>
              </a:buClr>
              <a:buFont typeface="Wingdings" pitchFamily="2" charset="2"/>
              <a:buChar char="§"/>
              <a:defRPr sz="1867"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endParaRPr lang="en-US" sz="1400" dirty="0"/>
          </a:p>
        </p:txBody>
      </p:sp>
      <p:graphicFrame>
        <p:nvGraphicFramePr>
          <p:cNvPr id="14" name="Table 13">
            <a:extLst>
              <a:ext uri="{FF2B5EF4-FFF2-40B4-BE49-F238E27FC236}">
                <a16:creationId xmlns:a16="http://schemas.microsoft.com/office/drawing/2014/main" id="{3E702651-D2E9-1628-79A7-0CE902E1521C}"/>
              </a:ext>
            </a:extLst>
          </p:cNvPr>
          <p:cNvGraphicFramePr>
            <a:graphicFrameLocks noGrp="1"/>
          </p:cNvGraphicFramePr>
          <p:nvPr>
            <p:extLst>
              <p:ext uri="{D42A27DB-BD31-4B8C-83A1-F6EECF244321}">
                <p14:modId xmlns:p14="http://schemas.microsoft.com/office/powerpoint/2010/main" val="1346739929"/>
              </p:ext>
            </p:extLst>
          </p:nvPr>
        </p:nvGraphicFramePr>
        <p:xfrm>
          <a:off x="7228142" y="1952591"/>
          <a:ext cx="3557844" cy="781344"/>
        </p:xfrm>
        <a:graphic>
          <a:graphicData uri="http://schemas.openxmlformats.org/drawingml/2006/table">
            <a:tbl>
              <a:tblPr firstRow="1">
                <a:tableStyleId>{B301B821-A1FF-4177-AEE7-76D212191A09}</a:tableStyleId>
              </a:tblPr>
              <a:tblGrid>
                <a:gridCol w="1903033">
                  <a:extLst>
                    <a:ext uri="{9D8B030D-6E8A-4147-A177-3AD203B41FA5}">
                      <a16:colId xmlns:a16="http://schemas.microsoft.com/office/drawing/2014/main" val="211591998"/>
                    </a:ext>
                  </a:extLst>
                </a:gridCol>
                <a:gridCol w="1654811">
                  <a:extLst>
                    <a:ext uri="{9D8B030D-6E8A-4147-A177-3AD203B41FA5}">
                      <a16:colId xmlns:a16="http://schemas.microsoft.com/office/drawing/2014/main" val="1058804646"/>
                    </a:ext>
                  </a:extLst>
                </a:gridCol>
              </a:tblGrid>
              <a:tr h="279732">
                <a:tc>
                  <a:txBody>
                    <a:bodyPr/>
                    <a:lstStyle/>
                    <a:p>
                      <a:pPr algn="ctr" fontAlgn="b"/>
                      <a:r>
                        <a:rPr lang="en-IN" sz="1100" u="none" strike="noStrike">
                          <a:effectLst/>
                        </a:rPr>
                        <a:t>Phase Wise Delivery</a:t>
                      </a:r>
                      <a:endParaRPr lang="en-IN"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IN" sz="1100" u="none" strike="noStrike">
                          <a:effectLst/>
                        </a:rPr>
                        <a:t>Total Requirements</a:t>
                      </a:r>
                      <a:endParaRPr lang="en-IN" sz="1100" b="1"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086609680"/>
                  </a:ext>
                </a:extLst>
              </a:tr>
              <a:tr h="245191">
                <a:tc>
                  <a:txBody>
                    <a:bodyPr/>
                    <a:lstStyle/>
                    <a:p>
                      <a:pPr algn="ctr" fontAlgn="b"/>
                      <a:r>
                        <a:rPr lang="en-IN" sz="1100" u="none" strike="noStrike" dirty="0">
                          <a:effectLst/>
                        </a:rPr>
                        <a:t>Phase 1</a:t>
                      </a:r>
                      <a:endParaRPr lang="en-IN"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100" b="0" i="0" u="none" strike="noStrike" dirty="0">
                          <a:solidFill>
                            <a:srgbClr val="000000"/>
                          </a:solidFill>
                          <a:effectLst/>
                          <a:latin typeface="Aptos Narrow" panose="020B0004020202020204" pitchFamily="34" charset="0"/>
                        </a:rPr>
                        <a:t>8</a:t>
                      </a:r>
                      <a:endParaRPr lang="en-IN"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729336009"/>
                  </a:ext>
                </a:extLst>
              </a:tr>
              <a:tr h="256421">
                <a:tc>
                  <a:txBody>
                    <a:bodyPr/>
                    <a:lstStyle/>
                    <a:p>
                      <a:pPr algn="ctr" fontAlgn="b"/>
                      <a:r>
                        <a:rPr lang="en-IN" sz="1100" u="none" strike="noStrike" dirty="0">
                          <a:effectLst/>
                        </a:rPr>
                        <a:t>Grand Total</a:t>
                      </a:r>
                      <a:endParaRPr lang="en-IN" sz="11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100" b="1" i="0" u="none" strike="noStrike" dirty="0">
                          <a:solidFill>
                            <a:srgbClr val="000000"/>
                          </a:solidFill>
                          <a:effectLst/>
                          <a:latin typeface="Aptos Narrow" panose="020B0004020202020204" pitchFamily="34" charset="0"/>
                        </a:rPr>
                        <a:t>8</a:t>
                      </a:r>
                      <a:endParaRPr lang="en-IN" sz="1100" b="1"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425659685"/>
                  </a:ext>
                </a:extLst>
              </a:tr>
            </a:tbl>
          </a:graphicData>
        </a:graphic>
      </p:graphicFrame>
      <p:sp>
        <p:nvSpPr>
          <p:cNvPr id="15" name="Text Placeholder 4">
            <a:extLst>
              <a:ext uri="{FF2B5EF4-FFF2-40B4-BE49-F238E27FC236}">
                <a16:creationId xmlns:a16="http://schemas.microsoft.com/office/drawing/2014/main" id="{1005A669-364F-3C1B-E590-0E1D30DEA69A}"/>
              </a:ext>
            </a:extLst>
          </p:cNvPr>
          <p:cNvSpPr txBox="1">
            <a:spLocks/>
          </p:cNvSpPr>
          <p:nvPr/>
        </p:nvSpPr>
        <p:spPr>
          <a:xfrm>
            <a:off x="7115968" y="1477195"/>
            <a:ext cx="3296394" cy="488950"/>
          </a:xfrm>
          <a:prstGeom prst="rect">
            <a:avLst/>
          </a:prstGeom>
        </p:spPr>
        <p:txBody>
          <a:bodyPr vert="horz" lIns="91440" tIns="45720" rIns="91440" bIns="45720" rtlCol="0">
            <a:normAutofit/>
          </a:bodyPr>
          <a:lstStyle>
            <a:lvl1pPr marL="0" indent="0" algn="l" defTabSz="1219170" rtl="0" eaLnBrk="1" latinLnBrk="0" hangingPunct="1">
              <a:spcBef>
                <a:spcPts val="0"/>
              </a:spcBef>
              <a:spcAft>
                <a:spcPts val="800"/>
              </a:spcAft>
              <a:buClr>
                <a:schemeClr val="accent1"/>
              </a:buClr>
              <a:buFont typeface="Wingdings" pitchFamily="2" charset="2"/>
              <a:buNone/>
              <a:defRPr sz="1867" b="1"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Questionnaire : </a:t>
            </a:r>
          </a:p>
        </p:txBody>
      </p:sp>
      <p:sp>
        <p:nvSpPr>
          <p:cNvPr id="17" name="Text Placeholder 4">
            <a:extLst>
              <a:ext uri="{FF2B5EF4-FFF2-40B4-BE49-F238E27FC236}">
                <a16:creationId xmlns:a16="http://schemas.microsoft.com/office/drawing/2014/main" id="{06FCE895-5CB8-7C32-1269-73CA1F00A9EF}"/>
              </a:ext>
            </a:extLst>
          </p:cNvPr>
          <p:cNvSpPr txBox="1">
            <a:spLocks/>
          </p:cNvSpPr>
          <p:nvPr/>
        </p:nvSpPr>
        <p:spPr>
          <a:xfrm>
            <a:off x="338136" y="1477195"/>
            <a:ext cx="5432425" cy="488950"/>
          </a:xfrm>
          <a:prstGeom prst="rect">
            <a:avLst/>
          </a:prstGeom>
        </p:spPr>
        <p:txBody>
          <a:bodyPr vert="horz" lIns="91440" tIns="45720" rIns="91440" bIns="45720" rtlCol="0">
            <a:normAutofit/>
          </a:bodyPr>
          <a:lstStyle>
            <a:lvl1pPr marL="0" indent="0" algn="l" defTabSz="1219170" rtl="0" eaLnBrk="1" latinLnBrk="0" hangingPunct="1">
              <a:spcBef>
                <a:spcPts val="0"/>
              </a:spcBef>
              <a:spcAft>
                <a:spcPts val="800"/>
              </a:spcAft>
              <a:buClr>
                <a:schemeClr val="accent1"/>
              </a:buClr>
              <a:buFont typeface="Wingdings" pitchFamily="2" charset="2"/>
              <a:buNone/>
              <a:defRPr sz="1867" b="1" kern="1200">
                <a:solidFill>
                  <a:schemeClr val="tx1"/>
                </a:solidFill>
                <a:latin typeface="+mn-lt"/>
                <a:ea typeface="+mn-ea"/>
                <a:cs typeface="+mn-cs"/>
              </a:defRPr>
            </a:lvl1pPr>
            <a:lvl2pPr marL="480472"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2pPr>
            <a:lvl3pPr marL="71753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3pPr>
            <a:lvl4pPr marL="954593" indent="-23706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4pPr>
            <a:lvl5pPr marL="1198003" indent="-243411" algn="l" defTabSz="1219170" rtl="0" eaLnBrk="1" latinLnBrk="0" hangingPunct="1">
              <a:spcBef>
                <a:spcPts val="0"/>
              </a:spcBef>
              <a:spcAft>
                <a:spcPts val="800"/>
              </a:spcAft>
              <a:buClr>
                <a:schemeClr val="accent1"/>
              </a:buClr>
              <a:buFont typeface="Arial" pitchFamily="34" charset="0"/>
              <a:buChar char="»"/>
              <a:defRPr sz="18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a:t>Phase 1</a:t>
            </a:r>
          </a:p>
        </p:txBody>
      </p:sp>
    </p:spTree>
    <p:extLst>
      <p:ext uri="{BB962C8B-B14F-4D97-AF65-F5344CB8AC3E}">
        <p14:creationId xmlns:p14="http://schemas.microsoft.com/office/powerpoint/2010/main" val="240766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D8B8230-9227-CA58-E468-F1ED5C8CBEED}"/>
              </a:ext>
            </a:extLst>
          </p:cNvPr>
          <p:cNvSpPr>
            <a:spLocks noGrp="1"/>
          </p:cNvSpPr>
          <p:nvPr>
            <p:ph type="body" sz="quarter" idx="13"/>
          </p:nvPr>
        </p:nvSpPr>
        <p:spPr/>
        <p:txBody>
          <a:bodyPr/>
          <a:lstStyle/>
          <a:p>
            <a:r>
              <a:rPr lang="en-US" dirty="0"/>
              <a:t>Phase 1 - </a:t>
            </a:r>
            <a:r>
              <a:rPr lang="en-US" dirty="0" err="1"/>
              <a:t>mes</a:t>
            </a:r>
            <a:endParaRPr lang="en-IN" dirty="0"/>
          </a:p>
        </p:txBody>
      </p:sp>
      <p:sp>
        <p:nvSpPr>
          <p:cNvPr id="10" name="Title 2">
            <a:extLst>
              <a:ext uri="{FF2B5EF4-FFF2-40B4-BE49-F238E27FC236}">
                <a16:creationId xmlns:a16="http://schemas.microsoft.com/office/drawing/2014/main" id="{F50DA953-26B3-C6E6-9A00-C9416ADE8EC1}"/>
              </a:ext>
            </a:extLst>
          </p:cNvPr>
          <p:cNvSpPr>
            <a:spLocks noGrp="1"/>
          </p:cNvSpPr>
          <p:nvPr>
            <p:ph type="title"/>
          </p:nvPr>
        </p:nvSpPr>
        <p:spPr/>
        <p:txBody>
          <a:bodyPr>
            <a:noAutofit/>
          </a:bodyPr>
          <a:lstStyle/>
          <a:p>
            <a:r>
              <a:rPr lang="en-US" dirty="0"/>
              <a:t>SCOPE OF WORK</a:t>
            </a:r>
          </a:p>
        </p:txBody>
      </p:sp>
      <p:graphicFrame>
        <p:nvGraphicFramePr>
          <p:cNvPr id="6" name="Diagram 5">
            <a:extLst>
              <a:ext uri="{FF2B5EF4-FFF2-40B4-BE49-F238E27FC236}">
                <a16:creationId xmlns:a16="http://schemas.microsoft.com/office/drawing/2014/main" id="{41FB7A48-5267-737E-3B82-94BAB13EBA83}"/>
              </a:ext>
            </a:extLst>
          </p:cNvPr>
          <p:cNvGraphicFramePr/>
          <p:nvPr>
            <p:extLst>
              <p:ext uri="{D42A27DB-BD31-4B8C-83A1-F6EECF244321}">
                <p14:modId xmlns:p14="http://schemas.microsoft.com/office/powerpoint/2010/main" val="1443865463"/>
              </p:ext>
            </p:extLst>
          </p:nvPr>
        </p:nvGraphicFramePr>
        <p:xfrm>
          <a:off x="707922" y="1236109"/>
          <a:ext cx="10363198" cy="27904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9968B0DC-D908-1022-B86E-686D9FDB8430}"/>
              </a:ext>
            </a:extLst>
          </p:cNvPr>
          <p:cNvGraphicFramePr/>
          <p:nvPr>
            <p:extLst>
              <p:ext uri="{D42A27DB-BD31-4B8C-83A1-F6EECF244321}">
                <p14:modId xmlns:p14="http://schemas.microsoft.com/office/powerpoint/2010/main" val="1925622911"/>
              </p:ext>
            </p:extLst>
          </p:nvPr>
        </p:nvGraphicFramePr>
        <p:xfrm>
          <a:off x="707922" y="3930695"/>
          <a:ext cx="10363199" cy="29128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9470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F4A81A9-6B49-4B47-88A9-A2860B3E032E}"/>
              </a:ext>
            </a:extLst>
          </p:cNvPr>
          <p:cNvSpPr/>
          <p:nvPr/>
        </p:nvSpPr>
        <p:spPr>
          <a:xfrm>
            <a:off x="320707" y="5639857"/>
            <a:ext cx="10834977" cy="923903"/>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16" name="Graphic 15" descr="Robot Hand outline">
            <a:extLst>
              <a:ext uri="{FF2B5EF4-FFF2-40B4-BE49-F238E27FC236}">
                <a16:creationId xmlns:a16="http://schemas.microsoft.com/office/drawing/2014/main" id="{D90C7672-F169-4215-8C65-7F7AC76843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777" y="5573473"/>
            <a:ext cx="814557" cy="814557"/>
          </a:xfrm>
          <a:prstGeom prst="rect">
            <a:avLst/>
          </a:prstGeom>
        </p:spPr>
      </p:pic>
      <p:grpSp>
        <p:nvGrpSpPr>
          <p:cNvPr id="18" name="Group 17">
            <a:extLst>
              <a:ext uri="{FF2B5EF4-FFF2-40B4-BE49-F238E27FC236}">
                <a16:creationId xmlns:a16="http://schemas.microsoft.com/office/drawing/2014/main" id="{CBBC4027-1AA8-43FB-BC93-530138131458}"/>
              </a:ext>
            </a:extLst>
          </p:cNvPr>
          <p:cNvGrpSpPr/>
          <p:nvPr/>
        </p:nvGrpSpPr>
        <p:grpSpPr>
          <a:xfrm>
            <a:off x="5906687" y="6079018"/>
            <a:ext cx="1431726" cy="529718"/>
            <a:chOff x="1749985" y="5988970"/>
            <a:chExt cx="1431726" cy="529718"/>
          </a:xfrm>
        </p:grpSpPr>
        <p:sp>
          <p:nvSpPr>
            <p:cNvPr id="19" name="Rectangle 18">
              <a:extLst>
                <a:ext uri="{FF2B5EF4-FFF2-40B4-BE49-F238E27FC236}">
                  <a16:creationId xmlns:a16="http://schemas.microsoft.com/office/drawing/2014/main" id="{CDE18A74-00F0-41DD-9A98-18A13C4380A6}"/>
                </a:ext>
              </a:extLst>
            </p:cNvPr>
            <p:cNvSpPr/>
            <p:nvPr/>
          </p:nvSpPr>
          <p:spPr>
            <a:xfrm>
              <a:off x="1749985" y="6004698"/>
              <a:ext cx="1422124" cy="482526"/>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20" name="Graphic 19" descr="Laptop with solid fill">
              <a:extLst>
                <a:ext uri="{FF2B5EF4-FFF2-40B4-BE49-F238E27FC236}">
                  <a16:creationId xmlns:a16="http://schemas.microsoft.com/office/drawing/2014/main" id="{C0A7571F-4D41-447F-94C2-2C3F07925A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94436" y="5988970"/>
              <a:ext cx="529718" cy="529718"/>
            </a:xfrm>
            <a:prstGeom prst="rect">
              <a:avLst/>
            </a:prstGeom>
          </p:spPr>
        </p:pic>
        <p:sp>
          <p:nvSpPr>
            <p:cNvPr id="21" name="Rectangle 20">
              <a:extLst>
                <a:ext uri="{FF2B5EF4-FFF2-40B4-BE49-F238E27FC236}">
                  <a16:creationId xmlns:a16="http://schemas.microsoft.com/office/drawing/2014/main" id="{1BEA80B5-3839-4C4E-B403-051715CE7784}"/>
                </a:ext>
              </a:extLst>
            </p:cNvPr>
            <p:cNvSpPr/>
            <p:nvPr/>
          </p:nvSpPr>
          <p:spPr bwMode="auto">
            <a:xfrm>
              <a:off x="2249486" y="6126768"/>
              <a:ext cx="932225" cy="255692"/>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600" b="0"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rPr>
                <a:t>SCADA</a:t>
              </a:r>
            </a:p>
          </p:txBody>
        </p:sp>
      </p:grpSp>
      <p:sp>
        <p:nvSpPr>
          <p:cNvPr id="29" name="Rectangle 28">
            <a:extLst>
              <a:ext uri="{FF2B5EF4-FFF2-40B4-BE49-F238E27FC236}">
                <a16:creationId xmlns:a16="http://schemas.microsoft.com/office/drawing/2014/main" id="{768E4A10-F2AE-4A78-9104-7C98D35D19C4}"/>
              </a:ext>
            </a:extLst>
          </p:cNvPr>
          <p:cNvSpPr/>
          <p:nvPr/>
        </p:nvSpPr>
        <p:spPr>
          <a:xfrm>
            <a:off x="3087482" y="6073030"/>
            <a:ext cx="1473542" cy="482526"/>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BA0F01F7-C9AB-4BD7-A645-0D472793C61F}"/>
              </a:ext>
            </a:extLst>
          </p:cNvPr>
          <p:cNvSpPr/>
          <p:nvPr/>
        </p:nvSpPr>
        <p:spPr bwMode="auto">
          <a:xfrm>
            <a:off x="3584453" y="6194814"/>
            <a:ext cx="932225" cy="255692"/>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600" b="0"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rPr>
              <a:t>PLC</a:t>
            </a:r>
          </a:p>
        </p:txBody>
      </p:sp>
      <p:pic>
        <p:nvPicPr>
          <p:cNvPr id="31" name="Graphic 30" descr="Disconnected with solid fill">
            <a:extLst>
              <a:ext uri="{FF2B5EF4-FFF2-40B4-BE49-F238E27FC236}">
                <a16:creationId xmlns:a16="http://schemas.microsoft.com/office/drawing/2014/main" id="{41BBA73C-386F-48BC-BA12-B9790B88BC0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3131879" y="6013499"/>
            <a:ext cx="608188" cy="608188"/>
          </a:xfrm>
          <a:prstGeom prst="rect">
            <a:avLst/>
          </a:prstGeom>
        </p:spPr>
      </p:pic>
      <p:grpSp>
        <p:nvGrpSpPr>
          <p:cNvPr id="126" name="Group 125">
            <a:extLst>
              <a:ext uri="{FF2B5EF4-FFF2-40B4-BE49-F238E27FC236}">
                <a16:creationId xmlns:a16="http://schemas.microsoft.com/office/drawing/2014/main" id="{8B1B7C4B-BE44-41AC-8C13-317B2948E3CD}"/>
              </a:ext>
            </a:extLst>
          </p:cNvPr>
          <p:cNvGrpSpPr/>
          <p:nvPr/>
        </p:nvGrpSpPr>
        <p:grpSpPr>
          <a:xfrm>
            <a:off x="322380" y="1078333"/>
            <a:ext cx="10833304" cy="2051063"/>
            <a:chOff x="212188" y="782140"/>
            <a:chExt cx="10833304" cy="1528430"/>
          </a:xfrm>
        </p:grpSpPr>
        <p:sp>
          <p:nvSpPr>
            <p:cNvPr id="6" name="Rectangle 5">
              <a:extLst>
                <a:ext uri="{FF2B5EF4-FFF2-40B4-BE49-F238E27FC236}">
                  <a16:creationId xmlns:a16="http://schemas.microsoft.com/office/drawing/2014/main" id="{ACB53201-CB23-4FBF-B583-154D525021EB}"/>
                </a:ext>
              </a:extLst>
            </p:cNvPr>
            <p:cNvSpPr/>
            <p:nvPr/>
          </p:nvSpPr>
          <p:spPr>
            <a:xfrm>
              <a:off x="212188" y="782140"/>
              <a:ext cx="10833304" cy="1528430"/>
            </a:xfrm>
            <a:prstGeom prst="rect">
              <a:avLst/>
            </a:prstGeom>
            <a:solidFill>
              <a:schemeClr val="bg1"/>
            </a:solidFill>
            <a:ln>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pic>
          <p:nvPicPr>
            <p:cNvPr id="27" name="Graphic 26" descr="Processor with solid fill">
              <a:extLst>
                <a:ext uri="{FF2B5EF4-FFF2-40B4-BE49-F238E27FC236}">
                  <a16:creationId xmlns:a16="http://schemas.microsoft.com/office/drawing/2014/main" id="{EFAFBA9E-E9A2-46D7-AD3F-AD2C06621AF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9329" y="874360"/>
              <a:ext cx="914400" cy="914400"/>
            </a:xfrm>
            <a:prstGeom prst="rect">
              <a:avLst/>
            </a:prstGeom>
          </p:spPr>
        </p:pic>
        <p:grpSp>
          <p:nvGrpSpPr>
            <p:cNvPr id="36" name="Group 35">
              <a:extLst>
                <a:ext uri="{FF2B5EF4-FFF2-40B4-BE49-F238E27FC236}">
                  <a16:creationId xmlns:a16="http://schemas.microsoft.com/office/drawing/2014/main" id="{1F413BFB-F7B7-43E5-997E-E0713814DE7C}"/>
                </a:ext>
              </a:extLst>
            </p:cNvPr>
            <p:cNvGrpSpPr/>
            <p:nvPr/>
          </p:nvGrpSpPr>
          <p:grpSpPr>
            <a:xfrm>
              <a:off x="2196503" y="1139805"/>
              <a:ext cx="7598462" cy="984678"/>
              <a:chOff x="2196503" y="1139805"/>
              <a:chExt cx="7598462" cy="984678"/>
            </a:xfrm>
          </p:grpSpPr>
          <p:sp>
            <p:nvSpPr>
              <p:cNvPr id="37" name="Rectangle 36">
                <a:extLst>
                  <a:ext uri="{FF2B5EF4-FFF2-40B4-BE49-F238E27FC236}">
                    <a16:creationId xmlns:a16="http://schemas.microsoft.com/office/drawing/2014/main" id="{1239DEA8-05CC-4860-B92E-CAEFB5930E6D}"/>
                  </a:ext>
                </a:extLst>
              </p:cNvPr>
              <p:cNvSpPr/>
              <p:nvPr/>
            </p:nvSpPr>
            <p:spPr>
              <a:xfrm>
                <a:off x="2198619" y="1652431"/>
                <a:ext cx="2240759" cy="47205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a:endParaRPr>
              </a:p>
            </p:txBody>
          </p:sp>
          <p:sp>
            <p:nvSpPr>
              <p:cNvPr id="38" name="Rectangle 37">
                <a:extLst>
                  <a:ext uri="{FF2B5EF4-FFF2-40B4-BE49-F238E27FC236}">
                    <a16:creationId xmlns:a16="http://schemas.microsoft.com/office/drawing/2014/main" id="{7B1920F5-9320-4AC3-A81A-EDE55879163B}"/>
                  </a:ext>
                </a:extLst>
              </p:cNvPr>
              <p:cNvSpPr/>
              <p:nvPr/>
            </p:nvSpPr>
            <p:spPr bwMode="auto">
              <a:xfrm>
                <a:off x="2389382" y="1706000"/>
                <a:ext cx="1824506" cy="36808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FF"/>
                    </a:solidFill>
                    <a:latin typeface="Arial"/>
                  </a:rPr>
                  <a:t>Item Management</a:t>
                </a:r>
              </a:p>
            </p:txBody>
          </p:sp>
          <p:sp>
            <p:nvSpPr>
              <p:cNvPr id="39" name="Rectangle 38">
                <a:extLst>
                  <a:ext uri="{FF2B5EF4-FFF2-40B4-BE49-F238E27FC236}">
                    <a16:creationId xmlns:a16="http://schemas.microsoft.com/office/drawing/2014/main" id="{352D8A3D-A1E3-476C-9BE6-86841F9961B8}"/>
                  </a:ext>
                </a:extLst>
              </p:cNvPr>
              <p:cNvSpPr/>
              <p:nvPr/>
            </p:nvSpPr>
            <p:spPr>
              <a:xfrm>
                <a:off x="6230071" y="1665198"/>
                <a:ext cx="1733724" cy="45888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FFFFFF"/>
                    </a:solidFill>
                    <a:latin typeface="Arial"/>
                  </a:rPr>
                  <a:t>Smart Integrator</a:t>
                </a:r>
              </a:p>
            </p:txBody>
          </p:sp>
          <p:sp>
            <p:nvSpPr>
              <p:cNvPr id="40" name="Rectangle 39">
                <a:extLst>
                  <a:ext uri="{FF2B5EF4-FFF2-40B4-BE49-F238E27FC236}">
                    <a16:creationId xmlns:a16="http://schemas.microsoft.com/office/drawing/2014/main" id="{765C00CA-ECEA-4FF0-BEAE-B5D52BD38D6F}"/>
                  </a:ext>
                </a:extLst>
              </p:cNvPr>
              <p:cNvSpPr/>
              <p:nvPr/>
            </p:nvSpPr>
            <p:spPr bwMode="auto">
              <a:xfrm>
                <a:off x="5434178" y="1768103"/>
                <a:ext cx="1422124" cy="216850"/>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endParaRPr kumimoji="0" lang="en-US" sz="1600" b="0"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endParaRPr>
              </a:p>
            </p:txBody>
          </p:sp>
          <p:sp>
            <p:nvSpPr>
              <p:cNvPr id="42" name="Rectangle 41">
                <a:extLst>
                  <a:ext uri="{FF2B5EF4-FFF2-40B4-BE49-F238E27FC236}">
                    <a16:creationId xmlns:a16="http://schemas.microsoft.com/office/drawing/2014/main" id="{5403469B-BBA4-4DBB-AABE-65A2AE8A1BFE}"/>
                  </a:ext>
                </a:extLst>
              </p:cNvPr>
              <p:cNvSpPr/>
              <p:nvPr/>
            </p:nvSpPr>
            <p:spPr bwMode="auto">
              <a:xfrm>
                <a:off x="4494331" y="1669474"/>
                <a:ext cx="1649237" cy="45460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FF"/>
                    </a:solidFill>
                    <a:latin typeface="Arial"/>
                  </a:rPr>
                  <a:t>MES Application</a:t>
                </a:r>
              </a:p>
            </p:txBody>
          </p:sp>
          <p:sp>
            <p:nvSpPr>
              <p:cNvPr id="43" name="Rectangle 42">
                <a:extLst>
                  <a:ext uri="{FF2B5EF4-FFF2-40B4-BE49-F238E27FC236}">
                    <a16:creationId xmlns:a16="http://schemas.microsoft.com/office/drawing/2014/main" id="{A74F04AF-7974-438E-8171-653C06E00623}"/>
                  </a:ext>
                </a:extLst>
              </p:cNvPr>
              <p:cNvSpPr/>
              <p:nvPr/>
            </p:nvSpPr>
            <p:spPr>
              <a:xfrm>
                <a:off x="2196503" y="1139805"/>
                <a:ext cx="4033568" cy="48252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FFFF"/>
                    </a:solidFill>
                    <a:latin typeface="Arial"/>
                  </a:rPr>
                  <a:t>MES Database</a:t>
                </a:r>
              </a:p>
            </p:txBody>
          </p:sp>
          <p:sp>
            <p:nvSpPr>
              <p:cNvPr id="45" name="Rectangle 44">
                <a:extLst>
                  <a:ext uri="{FF2B5EF4-FFF2-40B4-BE49-F238E27FC236}">
                    <a16:creationId xmlns:a16="http://schemas.microsoft.com/office/drawing/2014/main" id="{E910BBE9-45EC-44A1-A1A5-5B29A0979E6D}"/>
                  </a:ext>
                </a:extLst>
              </p:cNvPr>
              <p:cNvSpPr/>
              <p:nvPr/>
            </p:nvSpPr>
            <p:spPr>
              <a:xfrm>
                <a:off x="6295996" y="1140170"/>
                <a:ext cx="3479117" cy="48252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FFFF"/>
                    </a:solidFill>
                    <a:latin typeface="Arial"/>
                  </a:rPr>
                  <a:t>    Data Warehouse</a:t>
                </a:r>
              </a:p>
            </p:txBody>
          </p:sp>
          <p:sp>
            <p:nvSpPr>
              <p:cNvPr id="46" name="Rectangle 45">
                <a:extLst>
                  <a:ext uri="{FF2B5EF4-FFF2-40B4-BE49-F238E27FC236}">
                    <a16:creationId xmlns:a16="http://schemas.microsoft.com/office/drawing/2014/main" id="{33AC06D1-8EF7-4EE6-B954-6372B4B45D34}"/>
                  </a:ext>
                </a:extLst>
              </p:cNvPr>
              <p:cNvSpPr/>
              <p:nvPr/>
            </p:nvSpPr>
            <p:spPr>
              <a:xfrm>
                <a:off x="8073676" y="1665466"/>
                <a:ext cx="1721289" cy="45888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a:endParaRPr>
              </a:p>
            </p:txBody>
          </p:sp>
          <p:sp>
            <p:nvSpPr>
              <p:cNvPr id="47" name="Rectangle 46">
                <a:extLst>
                  <a:ext uri="{FF2B5EF4-FFF2-40B4-BE49-F238E27FC236}">
                    <a16:creationId xmlns:a16="http://schemas.microsoft.com/office/drawing/2014/main" id="{17B195A2-B165-4386-B9E1-8B788DD44E06}"/>
                  </a:ext>
                </a:extLst>
              </p:cNvPr>
              <p:cNvSpPr/>
              <p:nvPr/>
            </p:nvSpPr>
            <p:spPr bwMode="auto">
              <a:xfrm>
                <a:off x="8187674" y="1781617"/>
                <a:ext cx="1524962" cy="21684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FF"/>
                    </a:solidFill>
                    <a:latin typeface="Arial"/>
                  </a:rPr>
                  <a:t>Smart Reports</a:t>
                </a:r>
              </a:p>
            </p:txBody>
          </p:sp>
          <p:pic>
            <p:nvPicPr>
              <p:cNvPr id="48" name="Graphic 47" descr="Database with solid fill">
                <a:extLst>
                  <a:ext uri="{FF2B5EF4-FFF2-40B4-BE49-F238E27FC236}">
                    <a16:creationId xmlns:a16="http://schemas.microsoft.com/office/drawing/2014/main" id="{5727F0BC-7EE2-40AF-BF97-A65FA22D5D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39364" y="1163022"/>
                <a:ext cx="442266" cy="442266"/>
              </a:xfrm>
              <a:prstGeom prst="rect">
                <a:avLst/>
              </a:prstGeom>
            </p:spPr>
          </p:pic>
          <p:pic>
            <p:nvPicPr>
              <p:cNvPr id="50" name="Graphic 49" descr="Database with solid fill">
                <a:extLst>
                  <a:ext uri="{FF2B5EF4-FFF2-40B4-BE49-F238E27FC236}">
                    <a16:creationId xmlns:a16="http://schemas.microsoft.com/office/drawing/2014/main" id="{DD1A502E-705B-4FCD-B682-1273E02BD02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42232" y="1159451"/>
                <a:ext cx="442266" cy="442266"/>
              </a:xfrm>
              <a:prstGeom prst="rect">
                <a:avLst/>
              </a:prstGeom>
            </p:spPr>
          </p:pic>
        </p:grpSp>
      </p:grpSp>
      <p:sp>
        <p:nvSpPr>
          <p:cNvPr id="51" name="Rectangle 50">
            <a:extLst>
              <a:ext uri="{FF2B5EF4-FFF2-40B4-BE49-F238E27FC236}">
                <a16:creationId xmlns:a16="http://schemas.microsoft.com/office/drawing/2014/main" id="{54DD2EFB-0863-4A3E-818B-E519A15216C9}"/>
              </a:ext>
            </a:extLst>
          </p:cNvPr>
          <p:cNvSpPr/>
          <p:nvPr/>
        </p:nvSpPr>
        <p:spPr bwMode="auto">
          <a:xfrm>
            <a:off x="210779" y="1983512"/>
            <a:ext cx="1524962" cy="469086"/>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600" b="1" i="0" u="none" strike="noStrike" kern="1200" cap="none" spc="0" normalizeH="0" baseline="0" noProof="0" dirty="0">
                <a:ln>
                  <a:noFill/>
                </a:ln>
                <a:solidFill>
                  <a:schemeClr val="accent1"/>
                </a:solidFill>
                <a:effectLst/>
                <a:uLnTx/>
                <a:uFillTx/>
                <a:latin typeface="Arial"/>
                <a:ea typeface="Arial Unicode MS" panose="020B0604020202020204" pitchFamily="34" charset="-128"/>
                <a:cs typeface="Arial Unicode MS" panose="020B0604020202020204" pitchFamily="34" charset="-128"/>
              </a:rPr>
              <a:t>MES Server</a:t>
            </a:r>
          </a:p>
        </p:txBody>
      </p:sp>
      <p:sp>
        <p:nvSpPr>
          <p:cNvPr id="54" name="Rectangle 53">
            <a:extLst>
              <a:ext uri="{FF2B5EF4-FFF2-40B4-BE49-F238E27FC236}">
                <a16:creationId xmlns:a16="http://schemas.microsoft.com/office/drawing/2014/main" id="{4354B499-7272-4EDB-928F-5E23D5D85F97}"/>
              </a:ext>
            </a:extLst>
          </p:cNvPr>
          <p:cNvSpPr/>
          <p:nvPr/>
        </p:nvSpPr>
        <p:spPr bwMode="auto">
          <a:xfrm>
            <a:off x="198942" y="6150373"/>
            <a:ext cx="1524962" cy="469086"/>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600" b="1" i="0" u="none" strike="noStrike" kern="1200" cap="none" spc="0" normalizeH="0" baseline="0" noProof="0" dirty="0">
                <a:ln>
                  <a:noFill/>
                </a:ln>
                <a:solidFill>
                  <a:schemeClr val="accent1"/>
                </a:solidFill>
                <a:effectLst/>
                <a:uLnTx/>
                <a:uFillTx/>
                <a:latin typeface="Arial"/>
                <a:ea typeface="Arial Unicode MS" panose="020B0604020202020204" pitchFamily="34" charset="-128"/>
                <a:cs typeface="Arial Unicode MS" panose="020B0604020202020204" pitchFamily="34" charset="-128"/>
              </a:rPr>
              <a:t>Machines</a:t>
            </a:r>
          </a:p>
        </p:txBody>
      </p:sp>
      <p:sp>
        <p:nvSpPr>
          <p:cNvPr id="116" name="Rectangle 115">
            <a:extLst>
              <a:ext uri="{FF2B5EF4-FFF2-40B4-BE49-F238E27FC236}">
                <a16:creationId xmlns:a16="http://schemas.microsoft.com/office/drawing/2014/main" id="{0FB82490-207F-4B15-A493-2DC2C53BE42F}"/>
              </a:ext>
            </a:extLst>
          </p:cNvPr>
          <p:cNvSpPr/>
          <p:nvPr/>
        </p:nvSpPr>
        <p:spPr bwMode="auto">
          <a:xfrm>
            <a:off x="9828362" y="1842069"/>
            <a:ext cx="1524962" cy="216850"/>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100" b="1"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rPr>
              <a:t>On Premise</a:t>
            </a:r>
          </a:p>
        </p:txBody>
      </p:sp>
      <p:sp>
        <p:nvSpPr>
          <p:cNvPr id="119" name="Rectangle 118">
            <a:extLst>
              <a:ext uri="{FF2B5EF4-FFF2-40B4-BE49-F238E27FC236}">
                <a16:creationId xmlns:a16="http://schemas.microsoft.com/office/drawing/2014/main" id="{05549EF0-E8B6-4303-9DBC-8EB6E1CD612D}"/>
              </a:ext>
            </a:extLst>
          </p:cNvPr>
          <p:cNvSpPr/>
          <p:nvPr/>
        </p:nvSpPr>
        <p:spPr bwMode="auto">
          <a:xfrm>
            <a:off x="9848155" y="5825899"/>
            <a:ext cx="1524962" cy="469086"/>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100" b="1"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rPr>
              <a:t>Shopfloor</a:t>
            </a:r>
          </a:p>
        </p:txBody>
      </p:sp>
      <p:pic>
        <p:nvPicPr>
          <p:cNvPr id="143" name="Graphic 142" descr="User with solid fill">
            <a:extLst>
              <a:ext uri="{FF2B5EF4-FFF2-40B4-BE49-F238E27FC236}">
                <a16:creationId xmlns:a16="http://schemas.microsoft.com/office/drawing/2014/main" id="{42A46957-5198-414D-B6AB-0C15F892E84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05540" y="535294"/>
            <a:ext cx="599566" cy="599566"/>
          </a:xfrm>
          <a:prstGeom prst="rect">
            <a:avLst/>
          </a:prstGeom>
        </p:spPr>
      </p:pic>
      <p:sp>
        <p:nvSpPr>
          <p:cNvPr id="144" name="Rectangle 143">
            <a:extLst>
              <a:ext uri="{FF2B5EF4-FFF2-40B4-BE49-F238E27FC236}">
                <a16:creationId xmlns:a16="http://schemas.microsoft.com/office/drawing/2014/main" id="{E229A921-6408-4325-9738-ACA3E53405B7}"/>
              </a:ext>
            </a:extLst>
          </p:cNvPr>
          <p:cNvSpPr/>
          <p:nvPr/>
        </p:nvSpPr>
        <p:spPr bwMode="auto">
          <a:xfrm>
            <a:off x="6019409" y="600534"/>
            <a:ext cx="1524962" cy="469086"/>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600" b="1"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rPr>
              <a:t>MES Client</a:t>
            </a:r>
          </a:p>
        </p:txBody>
      </p:sp>
      <p:sp>
        <p:nvSpPr>
          <p:cNvPr id="79" name="Title 1">
            <a:extLst>
              <a:ext uri="{FF2B5EF4-FFF2-40B4-BE49-F238E27FC236}">
                <a16:creationId xmlns:a16="http://schemas.microsoft.com/office/drawing/2014/main" id="{1B749E1B-E02C-4D36-966F-761D7593B607}"/>
              </a:ext>
            </a:extLst>
          </p:cNvPr>
          <p:cNvSpPr>
            <a:spLocks noGrp="1"/>
          </p:cNvSpPr>
          <p:nvPr>
            <p:ph type="title"/>
          </p:nvPr>
        </p:nvSpPr>
        <p:spPr/>
        <p:txBody>
          <a:bodyPr vert="horz" lIns="91440" tIns="45720" rIns="91440" bIns="45720" rtlCol="0" anchor="ctr">
            <a:normAutofit fontScale="90000"/>
          </a:bodyPr>
          <a:lstStyle/>
          <a:p>
            <a:r>
              <a:rPr lang="en-US" dirty="0"/>
              <a:t>Smart MES Architecture</a:t>
            </a:r>
          </a:p>
        </p:txBody>
      </p:sp>
      <p:cxnSp>
        <p:nvCxnSpPr>
          <p:cNvPr id="60" name="Straight Arrow Connector 59">
            <a:extLst>
              <a:ext uri="{FF2B5EF4-FFF2-40B4-BE49-F238E27FC236}">
                <a16:creationId xmlns:a16="http://schemas.microsoft.com/office/drawing/2014/main" id="{88D88B4E-A711-7AB0-8F2B-693427A5888D}"/>
              </a:ext>
            </a:extLst>
          </p:cNvPr>
          <p:cNvCxnSpPr>
            <a:cxnSpLocks/>
          </p:cNvCxnSpPr>
          <p:nvPr/>
        </p:nvCxnSpPr>
        <p:spPr>
          <a:xfrm>
            <a:off x="5053140" y="3129396"/>
            <a:ext cx="0" cy="240558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207554A9-2BAA-1212-A840-9754CA4A939F}"/>
              </a:ext>
            </a:extLst>
          </p:cNvPr>
          <p:cNvCxnSpPr>
            <a:cxnSpLocks/>
          </p:cNvCxnSpPr>
          <p:nvPr/>
        </p:nvCxnSpPr>
        <p:spPr>
          <a:xfrm flipH="1">
            <a:off x="3087482" y="3092855"/>
            <a:ext cx="6825" cy="254700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1B8C218-DF2A-D2E1-7713-3A0119878846}"/>
              </a:ext>
            </a:extLst>
          </p:cNvPr>
          <p:cNvCxnSpPr>
            <a:cxnSpLocks/>
          </p:cNvCxnSpPr>
          <p:nvPr/>
        </p:nvCxnSpPr>
        <p:spPr>
          <a:xfrm>
            <a:off x="3809658" y="5639857"/>
            <a:ext cx="0" cy="42058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80947F8-91E0-B2B5-7C99-3F48BB2F20ED}"/>
              </a:ext>
            </a:extLst>
          </p:cNvPr>
          <p:cNvCxnSpPr>
            <a:cxnSpLocks/>
          </p:cNvCxnSpPr>
          <p:nvPr/>
        </p:nvCxnSpPr>
        <p:spPr>
          <a:xfrm>
            <a:off x="6650472" y="5639857"/>
            <a:ext cx="0" cy="45816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96071ECA-587C-CD87-7A50-F0322F9733CB}"/>
              </a:ext>
            </a:extLst>
          </p:cNvPr>
          <p:cNvSpPr/>
          <p:nvPr/>
        </p:nvSpPr>
        <p:spPr>
          <a:xfrm>
            <a:off x="5429142" y="3931259"/>
            <a:ext cx="5532772" cy="1342079"/>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2D4A811E-DE46-938E-5856-BDBAC55EE951}"/>
              </a:ext>
            </a:extLst>
          </p:cNvPr>
          <p:cNvSpPr/>
          <p:nvPr/>
        </p:nvSpPr>
        <p:spPr bwMode="auto">
          <a:xfrm>
            <a:off x="9630722" y="3915540"/>
            <a:ext cx="1524962" cy="469086"/>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kumimoji="0" lang="en-US" sz="1100" b="1"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rPr>
              <a:t>Shopfloor</a:t>
            </a:r>
          </a:p>
        </p:txBody>
      </p:sp>
      <p:grpSp>
        <p:nvGrpSpPr>
          <p:cNvPr id="64" name="Group 63">
            <a:extLst>
              <a:ext uri="{FF2B5EF4-FFF2-40B4-BE49-F238E27FC236}">
                <a16:creationId xmlns:a16="http://schemas.microsoft.com/office/drawing/2014/main" id="{2F4FB5AF-0854-61A6-E7E9-DBDAD3017F5A}"/>
              </a:ext>
            </a:extLst>
          </p:cNvPr>
          <p:cNvGrpSpPr/>
          <p:nvPr/>
        </p:nvGrpSpPr>
        <p:grpSpPr>
          <a:xfrm>
            <a:off x="5859409" y="4423759"/>
            <a:ext cx="1431726" cy="529718"/>
            <a:chOff x="1749985" y="5988970"/>
            <a:chExt cx="1431726" cy="529718"/>
          </a:xfrm>
        </p:grpSpPr>
        <p:sp>
          <p:nvSpPr>
            <p:cNvPr id="67" name="Rectangle 66">
              <a:extLst>
                <a:ext uri="{FF2B5EF4-FFF2-40B4-BE49-F238E27FC236}">
                  <a16:creationId xmlns:a16="http://schemas.microsoft.com/office/drawing/2014/main" id="{2CB58D8C-9762-C194-320A-BC932916247B}"/>
                </a:ext>
              </a:extLst>
            </p:cNvPr>
            <p:cNvSpPr/>
            <p:nvPr/>
          </p:nvSpPr>
          <p:spPr>
            <a:xfrm>
              <a:off x="1749985" y="6004698"/>
              <a:ext cx="1422124" cy="482526"/>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68" name="Graphic 67" descr="Laptop with solid fill">
              <a:extLst>
                <a:ext uri="{FF2B5EF4-FFF2-40B4-BE49-F238E27FC236}">
                  <a16:creationId xmlns:a16="http://schemas.microsoft.com/office/drawing/2014/main" id="{3C5B0FF8-551D-097B-15E4-5D64410868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94436" y="5988970"/>
              <a:ext cx="529718" cy="529718"/>
            </a:xfrm>
            <a:prstGeom prst="rect">
              <a:avLst/>
            </a:prstGeom>
          </p:spPr>
        </p:pic>
        <p:sp>
          <p:nvSpPr>
            <p:cNvPr id="71" name="Rectangle 70">
              <a:extLst>
                <a:ext uri="{FF2B5EF4-FFF2-40B4-BE49-F238E27FC236}">
                  <a16:creationId xmlns:a16="http://schemas.microsoft.com/office/drawing/2014/main" id="{4AEC1D87-2E16-C63C-001D-108120A5E59A}"/>
                </a:ext>
              </a:extLst>
            </p:cNvPr>
            <p:cNvSpPr/>
            <p:nvPr/>
          </p:nvSpPr>
          <p:spPr bwMode="auto">
            <a:xfrm>
              <a:off x="2249486" y="6126768"/>
              <a:ext cx="932225" cy="255692"/>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auto" latinLnBrk="0" hangingPunct="1">
                <a:lnSpc>
                  <a:spcPct val="110000"/>
                </a:lnSpc>
                <a:spcBef>
                  <a:spcPct val="0"/>
                </a:spcBef>
                <a:spcAft>
                  <a:spcPts val="0"/>
                </a:spcAft>
                <a:buClrTx/>
                <a:buSzTx/>
                <a:buFont typeface="Wingdings" charset="0"/>
                <a:buNone/>
                <a:tabLst/>
                <a:defRPr/>
              </a:pPr>
              <a:r>
                <a:rPr lang="en-US" sz="1600" dirty="0">
                  <a:solidFill>
                    <a:srgbClr val="575656"/>
                  </a:solidFill>
                  <a:latin typeface="Arial"/>
                  <a:ea typeface="Arial Unicode MS" panose="020B0604020202020204" pitchFamily="34" charset="-128"/>
                  <a:cs typeface="Arial Unicode MS" panose="020B0604020202020204" pitchFamily="34" charset="-128"/>
                </a:rPr>
                <a:t>MES</a:t>
              </a:r>
              <a:endParaRPr kumimoji="0" lang="en-US" sz="1600" b="0" i="0" u="none" strike="noStrike" kern="1200" cap="none" spc="0" normalizeH="0" baseline="0" noProof="0" dirty="0">
                <a:ln>
                  <a:noFill/>
                </a:ln>
                <a:solidFill>
                  <a:srgbClr val="575656"/>
                </a:solidFill>
                <a:effectLst/>
                <a:uLnTx/>
                <a:uFillTx/>
                <a:latin typeface="Arial"/>
                <a:ea typeface="Arial Unicode MS" panose="020B0604020202020204" pitchFamily="34" charset="-128"/>
                <a:cs typeface="Arial Unicode MS" panose="020B0604020202020204" pitchFamily="34" charset="-128"/>
              </a:endParaRPr>
            </a:p>
          </p:txBody>
        </p:sp>
      </p:grpSp>
    </p:spTree>
    <p:extLst>
      <p:ext uri="{BB962C8B-B14F-4D97-AF65-F5344CB8AC3E}">
        <p14:creationId xmlns:p14="http://schemas.microsoft.com/office/powerpoint/2010/main" val="16982788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2B97DDB7-624F-677F-2710-0950F515D0FC}"/>
              </a:ext>
            </a:extLst>
          </p:cNvPr>
          <p:cNvSpPr>
            <a:spLocks noGrp="1"/>
          </p:cNvSpPr>
          <p:nvPr>
            <p:ph type="body" sz="quarter" idx="13"/>
          </p:nvPr>
        </p:nvSpPr>
        <p:spPr/>
        <p:txBody>
          <a:bodyPr/>
          <a:lstStyle/>
          <a:p>
            <a:endParaRPr lang="en-IN" dirty="0"/>
          </a:p>
        </p:txBody>
      </p:sp>
      <p:sp>
        <p:nvSpPr>
          <p:cNvPr id="10" name="Title 9">
            <a:extLst>
              <a:ext uri="{FF2B5EF4-FFF2-40B4-BE49-F238E27FC236}">
                <a16:creationId xmlns:a16="http://schemas.microsoft.com/office/drawing/2014/main" id="{1B1CD701-A191-516C-C8AE-721BDE8DC790}"/>
              </a:ext>
            </a:extLst>
          </p:cNvPr>
          <p:cNvSpPr>
            <a:spLocks noGrp="1"/>
          </p:cNvSpPr>
          <p:nvPr>
            <p:ph type="title"/>
          </p:nvPr>
        </p:nvSpPr>
        <p:spPr/>
        <p:txBody>
          <a:bodyPr>
            <a:normAutofit fontScale="90000"/>
          </a:bodyPr>
          <a:lstStyle/>
          <a:p>
            <a:r>
              <a:rPr lang="en-IN" dirty="0"/>
              <a:t>Proposed solutions</a:t>
            </a:r>
          </a:p>
        </p:txBody>
      </p:sp>
      <p:grpSp>
        <p:nvGrpSpPr>
          <p:cNvPr id="31" name="Group 30">
            <a:extLst>
              <a:ext uri="{FF2B5EF4-FFF2-40B4-BE49-F238E27FC236}">
                <a16:creationId xmlns:a16="http://schemas.microsoft.com/office/drawing/2014/main" id="{4898D035-F272-9219-E311-5ADCDDA98E81}"/>
              </a:ext>
            </a:extLst>
          </p:cNvPr>
          <p:cNvGrpSpPr/>
          <p:nvPr/>
        </p:nvGrpSpPr>
        <p:grpSpPr>
          <a:xfrm>
            <a:off x="4663055" y="1631531"/>
            <a:ext cx="6044039" cy="3731949"/>
            <a:chOff x="4311142" y="1172269"/>
            <a:chExt cx="4533029" cy="2798962"/>
          </a:xfrm>
        </p:grpSpPr>
        <p:graphicFrame>
          <p:nvGraphicFramePr>
            <p:cNvPr id="19" name="Diagram 18">
              <a:extLst>
                <a:ext uri="{FF2B5EF4-FFF2-40B4-BE49-F238E27FC236}">
                  <a16:creationId xmlns:a16="http://schemas.microsoft.com/office/drawing/2014/main" id="{E1D984B4-99DD-D1BD-7FC3-C5C0B1AEFD0E}"/>
                </a:ext>
              </a:extLst>
            </p:cNvPr>
            <p:cNvGraphicFramePr/>
            <p:nvPr>
              <p:extLst>
                <p:ext uri="{D42A27DB-BD31-4B8C-83A1-F6EECF244321}">
                  <p14:modId xmlns:p14="http://schemas.microsoft.com/office/powerpoint/2010/main" val="3378425079"/>
                </p:ext>
              </p:extLst>
            </p:nvPr>
          </p:nvGraphicFramePr>
          <p:xfrm>
            <a:off x="4311142" y="1172269"/>
            <a:ext cx="4533029" cy="2798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TextBox 14">
              <a:extLst>
                <a:ext uri="{FF2B5EF4-FFF2-40B4-BE49-F238E27FC236}">
                  <a16:creationId xmlns:a16="http://schemas.microsoft.com/office/drawing/2014/main" id="{D3C98B6A-DA1B-3207-33DB-8FA593200D1A}"/>
                </a:ext>
              </a:extLst>
            </p:cNvPr>
            <p:cNvSpPr txBox="1"/>
            <p:nvPr/>
          </p:nvSpPr>
          <p:spPr>
            <a:xfrm>
              <a:off x="4672127" y="1835224"/>
              <a:ext cx="448236" cy="346249"/>
            </a:xfrm>
            <a:prstGeom prst="rect">
              <a:avLst/>
            </a:prstGeom>
            <a:noFill/>
          </p:spPr>
          <p:txBody>
            <a:bodyPr wrap="square" rtlCol="0">
              <a:spAutoFit/>
            </a:bodyPr>
            <a:lstStyle/>
            <a:p>
              <a:r>
                <a:rPr lang="en-IN" sz="2400" dirty="0"/>
                <a:t>1</a:t>
              </a:r>
            </a:p>
          </p:txBody>
        </p:sp>
      </p:grpSp>
      <p:sp>
        <p:nvSpPr>
          <p:cNvPr id="29" name="TextBox 28">
            <a:extLst>
              <a:ext uri="{FF2B5EF4-FFF2-40B4-BE49-F238E27FC236}">
                <a16:creationId xmlns:a16="http://schemas.microsoft.com/office/drawing/2014/main" id="{F4B0A191-3E7F-93DB-36EC-5B5DE0F4639B}"/>
              </a:ext>
            </a:extLst>
          </p:cNvPr>
          <p:cNvSpPr txBox="1"/>
          <p:nvPr/>
        </p:nvSpPr>
        <p:spPr>
          <a:xfrm>
            <a:off x="2976722" y="2644116"/>
            <a:ext cx="1126637" cy="830997"/>
          </a:xfrm>
          <a:prstGeom prst="rect">
            <a:avLst/>
          </a:prstGeom>
          <a:noFill/>
        </p:spPr>
        <p:txBody>
          <a:bodyPr wrap="square" rtlCol="0">
            <a:spAutoFit/>
          </a:bodyPr>
          <a:lstStyle/>
          <a:p>
            <a:endParaRPr lang="en-IN" sz="2400" dirty="0"/>
          </a:p>
          <a:p>
            <a:r>
              <a:rPr lang="en-IN" sz="2400" dirty="0"/>
              <a:t>MES</a:t>
            </a:r>
          </a:p>
        </p:txBody>
      </p:sp>
      <p:sp>
        <p:nvSpPr>
          <p:cNvPr id="2" name="TextBox 1">
            <a:extLst>
              <a:ext uri="{FF2B5EF4-FFF2-40B4-BE49-F238E27FC236}">
                <a16:creationId xmlns:a16="http://schemas.microsoft.com/office/drawing/2014/main" id="{39EA3464-DF39-B77C-F5CD-D0A3B238A1A1}"/>
              </a:ext>
            </a:extLst>
          </p:cNvPr>
          <p:cNvSpPr txBox="1"/>
          <p:nvPr/>
        </p:nvSpPr>
        <p:spPr>
          <a:xfrm>
            <a:off x="5205494" y="4096734"/>
            <a:ext cx="597648" cy="461665"/>
          </a:xfrm>
          <a:prstGeom prst="rect">
            <a:avLst/>
          </a:prstGeom>
          <a:noFill/>
        </p:spPr>
        <p:txBody>
          <a:bodyPr wrap="square" rtlCol="0">
            <a:spAutoFit/>
          </a:bodyPr>
          <a:lstStyle/>
          <a:p>
            <a:r>
              <a:rPr lang="en-IN" sz="2400" dirty="0"/>
              <a:t>2</a:t>
            </a:r>
          </a:p>
        </p:txBody>
      </p:sp>
    </p:spTree>
    <p:extLst>
      <p:ext uri="{BB962C8B-B14F-4D97-AF65-F5344CB8AC3E}">
        <p14:creationId xmlns:p14="http://schemas.microsoft.com/office/powerpoint/2010/main" val="7430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EB45329D-BB4B-5452-A389-B181636B1AB7}"/>
              </a:ext>
            </a:extLst>
          </p:cNvPr>
          <p:cNvSpPr>
            <a:spLocks noGrp="1"/>
          </p:cNvSpPr>
          <p:nvPr>
            <p:ph type="body" sz="quarter" idx="13"/>
          </p:nvPr>
        </p:nvSpPr>
        <p:spPr/>
        <p:txBody>
          <a:bodyPr/>
          <a:lstStyle/>
          <a:p>
            <a:r>
              <a:rPr lang="en-US" dirty="0"/>
              <a:t>Implementation stages</a:t>
            </a:r>
          </a:p>
        </p:txBody>
      </p:sp>
      <p:sp>
        <p:nvSpPr>
          <p:cNvPr id="10" name="Title 2">
            <a:extLst>
              <a:ext uri="{FF2B5EF4-FFF2-40B4-BE49-F238E27FC236}">
                <a16:creationId xmlns:a16="http://schemas.microsoft.com/office/drawing/2014/main" id="{D744712F-3A25-C30F-88F1-E257F9B6C99C}"/>
              </a:ext>
            </a:extLst>
          </p:cNvPr>
          <p:cNvSpPr>
            <a:spLocks noGrp="1"/>
          </p:cNvSpPr>
          <p:nvPr>
            <p:ph type="title"/>
          </p:nvPr>
        </p:nvSpPr>
        <p:spPr/>
        <p:txBody>
          <a:bodyPr>
            <a:noAutofit/>
          </a:bodyPr>
          <a:lstStyle/>
          <a:p>
            <a:r>
              <a:rPr lang="en-US" dirty="0"/>
              <a:t>implementation Basis</a:t>
            </a:r>
            <a:endParaRPr lang="en-US" sz="2800" dirty="0"/>
          </a:p>
        </p:txBody>
      </p:sp>
      <p:graphicFrame>
        <p:nvGraphicFramePr>
          <p:cNvPr id="2" name="Table 1">
            <a:extLst>
              <a:ext uri="{FF2B5EF4-FFF2-40B4-BE49-F238E27FC236}">
                <a16:creationId xmlns:a16="http://schemas.microsoft.com/office/drawing/2014/main" id="{C6501BAC-2B23-19A7-5A5D-F4EE22DB67C6}"/>
              </a:ext>
            </a:extLst>
          </p:cNvPr>
          <p:cNvGraphicFramePr>
            <a:graphicFrameLocks noGrp="1"/>
          </p:cNvGraphicFramePr>
          <p:nvPr>
            <p:extLst>
              <p:ext uri="{D42A27DB-BD31-4B8C-83A1-F6EECF244321}">
                <p14:modId xmlns:p14="http://schemas.microsoft.com/office/powerpoint/2010/main" val="2510324412"/>
              </p:ext>
            </p:extLst>
          </p:nvPr>
        </p:nvGraphicFramePr>
        <p:xfrm>
          <a:off x="715617" y="1520687"/>
          <a:ext cx="10674625" cy="4623248"/>
        </p:xfrm>
        <a:graphic>
          <a:graphicData uri="http://schemas.openxmlformats.org/drawingml/2006/table">
            <a:tbl>
              <a:tblPr firstRow="1" firstCol="1" bandRow="1">
                <a:tableStyleId>{69012ECD-51FC-41F1-AA8D-1B2483CD663E}</a:tableStyleId>
              </a:tblPr>
              <a:tblGrid>
                <a:gridCol w="620393">
                  <a:extLst>
                    <a:ext uri="{9D8B030D-6E8A-4147-A177-3AD203B41FA5}">
                      <a16:colId xmlns:a16="http://schemas.microsoft.com/office/drawing/2014/main" val="2603782730"/>
                    </a:ext>
                  </a:extLst>
                </a:gridCol>
                <a:gridCol w="3137445">
                  <a:extLst>
                    <a:ext uri="{9D8B030D-6E8A-4147-A177-3AD203B41FA5}">
                      <a16:colId xmlns:a16="http://schemas.microsoft.com/office/drawing/2014/main" val="4052113189"/>
                    </a:ext>
                  </a:extLst>
                </a:gridCol>
                <a:gridCol w="3766084">
                  <a:extLst>
                    <a:ext uri="{9D8B030D-6E8A-4147-A177-3AD203B41FA5}">
                      <a16:colId xmlns:a16="http://schemas.microsoft.com/office/drawing/2014/main" val="3295872436"/>
                    </a:ext>
                  </a:extLst>
                </a:gridCol>
                <a:gridCol w="3150703">
                  <a:extLst>
                    <a:ext uri="{9D8B030D-6E8A-4147-A177-3AD203B41FA5}">
                      <a16:colId xmlns:a16="http://schemas.microsoft.com/office/drawing/2014/main" val="1694556163"/>
                    </a:ext>
                  </a:extLst>
                </a:gridCol>
              </a:tblGrid>
              <a:tr h="395939">
                <a:tc>
                  <a:txBody>
                    <a:bodyPr/>
                    <a:lstStyle/>
                    <a:p>
                      <a:pPr algn="ctr">
                        <a:lnSpc>
                          <a:spcPct val="107000"/>
                        </a:lnSpc>
                        <a:spcAft>
                          <a:spcPts val="800"/>
                        </a:spcAft>
                      </a:pPr>
                      <a:r>
                        <a:rPr lang="en-IN" sz="1400" dirty="0">
                          <a:effectLst/>
                        </a:rPr>
                        <a:t>MS No</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400" dirty="0">
                          <a:effectLst/>
                        </a:rPr>
                        <a:t>Milestone Name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400" dirty="0">
                          <a:effectLst/>
                        </a:rPr>
                        <a:t>Key Activities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400" dirty="0">
                          <a:effectLst/>
                        </a:rPr>
                        <a:t>Deliverables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35362655"/>
                  </a:ext>
                </a:extLst>
              </a:tr>
              <a:tr h="544669">
                <a:tc>
                  <a:txBody>
                    <a:bodyPr/>
                    <a:lstStyle/>
                    <a:p>
                      <a:pPr algn="ctr">
                        <a:lnSpc>
                          <a:spcPct val="107000"/>
                        </a:lnSpc>
                        <a:spcAft>
                          <a:spcPts val="800"/>
                        </a:spcAft>
                      </a:pPr>
                      <a:r>
                        <a:rPr lang="en-IN" sz="1400">
                          <a:effectLst/>
                        </a:rPr>
                        <a:t>1</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Requirement Freeze &amp; Workshop</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Plant visits &amp; process understanding.</a:t>
                      </a:r>
                      <a:endParaRPr lang="en-IN" sz="1800" dirty="0">
                        <a:effectLst/>
                      </a:endParaRPr>
                    </a:p>
                    <a:p>
                      <a:pPr algn="l">
                        <a:lnSpc>
                          <a:spcPct val="107000"/>
                        </a:lnSpc>
                        <a:spcAft>
                          <a:spcPts val="800"/>
                        </a:spcAft>
                      </a:pPr>
                      <a:r>
                        <a:rPr lang="en-IN" sz="1400" dirty="0">
                          <a:effectLst/>
                        </a:rPr>
                        <a:t>Requirement gathering workshops.</a:t>
                      </a:r>
                      <a:endParaRPr lang="en-IN" sz="1800" dirty="0">
                        <a:effectLst/>
                      </a:endParaRPr>
                    </a:p>
                  </a:txBody>
                  <a:tcPr marL="68580" marR="68580" marT="0" marB="0"/>
                </a:tc>
                <a:tc>
                  <a:txBody>
                    <a:bodyPr/>
                    <a:lstStyle/>
                    <a:p>
                      <a:pPr algn="ctr">
                        <a:lnSpc>
                          <a:spcPct val="107000"/>
                        </a:lnSpc>
                        <a:spcAft>
                          <a:spcPts val="800"/>
                        </a:spcAft>
                      </a:pPr>
                      <a:r>
                        <a:rPr lang="en-IN" sz="1400" dirty="0">
                          <a:effectLst/>
                        </a:rPr>
                        <a:t>BRD Signoff</a:t>
                      </a:r>
                      <a:endParaRPr lang="en-IN" sz="1800" dirty="0">
                        <a:effectLst/>
                      </a:endParaRPr>
                    </a:p>
                  </a:txBody>
                  <a:tcPr marL="68580" marR="68580" marT="0" marB="0"/>
                </a:tc>
                <a:extLst>
                  <a:ext uri="{0D108BD9-81ED-4DB2-BD59-A6C34878D82A}">
                    <a16:rowId xmlns:a16="http://schemas.microsoft.com/office/drawing/2014/main" val="3052303929"/>
                  </a:ext>
                </a:extLst>
              </a:tr>
              <a:tr h="896053">
                <a:tc>
                  <a:txBody>
                    <a:bodyPr/>
                    <a:lstStyle/>
                    <a:p>
                      <a:pPr algn="ctr">
                        <a:lnSpc>
                          <a:spcPct val="107000"/>
                        </a:lnSpc>
                        <a:spcAft>
                          <a:spcPts val="800"/>
                        </a:spcAft>
                      </a:pPr>
                      <a:r>
                        <a:rPr lang="en-IN" sz="1400">
                          <a:effectLst/>
                        </a:rPr>
                        <a:t>2</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Functional Design Session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US" sz="1400" dirty="0">
                          <a:effectLst/>
                        </a:rPr>
                        <a:t>F</a:t>
                      </a:r>
                      <a:r>
                        <a:rPr lang="en-IN" sz="1400" dirty="0" err="1">
                          <a:effectLst/>
                        </a:rPr>
                        <a:t>unctional</a:t>
                      </a:r>
                      <a:r>
                        <a:rPr lang="en-IN" sz="1400" dirty="0">
                          <a:effectLst/>
                        </a:rPr>
                        <a:t> Design Documentation</a:t>
                      </a:r>
                    </a:p>
                    <a:p>
                      <a:pPr algn="l">
                        <a:lnSpc>
                          <a:spcPct val="107000"/>
                        </a:lnSpc>
                        <a:spcAft>
                          <a:spcPts val="800"/>
                        </a:spcAft>
                      </a:pPr>
                      <a:r>
                        <a:rPr lang="en-IN" sz="1400" dirty="0">
                          <a:effectLst/>
                        </a:rPr>
                        <a:t>Interface Control Design Documentation</a:t>
                      </a:r>
                      <a:endParaRPr lang="en-IN" sz="1800" dirty="0">
                        <a:effectLst/>
                      </a:endParaRPr>
                    </a:p>
                  </a:txBody>
                  <a:tcPr marL="68580" marR="68580" marT="0" marB="0"/>
                </a:tc>
                <a:tc>
                  <a:txBody>
                    <a:bodyPr/>
                    <a:lstStyle/>
                    <a:p>
                      <a:pPr algn="ctr">
                        <a:lnSpc>
                          <a:spcPct val="107000"/>
                        </a:lnSpc>
                        <a:spcAft>
                          <a:spcPts val="800"/>
                        </a:spcAft>
                      </a:pPr>
                      <a:r>
                        <a:rPr lang="en-IN" sz="1400" dirty="0">
                          <a:effectLst/>
                        </a:rPr>
                        <a:t>FDS Signoff</a:t>
                      </a:r>
                      <a:endParaRPr lang="en-IN" sz="1800" dirty="0">
                        <a:effectLst/>
                      </a:endParaRPr>
                    </a:p>
                    <a:p>
                      <a:pPr algn="ctr">
                        <a:lnSpc>
                          <a:spcPct val="107000"/>
                        </a:lnSpc>
                        <a:spcAft>
                          <a:spcPts val="800"/>
                        </a:spcAft>
                      </a:pPr>
                      <a:r>
                        <a:rPr lang="en-IN" sz="1400" dirty="0">
                          <a:effectLst/>
                        </a:rPr>
                        <a:t>ICD Signoff</a:t>
                      </a:r>
                      <a:endParaRPr lang="en-IN" sz="1800" dirty="0">
                        <a:effectLst/>
                      </a:endParaRPr>
                    </a:p>
                    <a:p>
                      <a:pPr algn="ctr">
                        <a:lnSpc>
                          <a:spcPct val="107000"/>
                        </a:lnSpc>
                        <a:spcAft>
                          <a:spcPts val="800"/>
                        </a:spcAft>
                      </a:pPr>
                      <a:r>
                        <a:rPr lang="en-IN" sz="1400" dirty="0">
                          <a:effectLst/>
                        </a:rPr>
                        <a:t>To-be  UAC</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83179902"/>
                  </a:ext>
                </a:extLst>
              </a:tr>
              <a:tr h="896053">
                <a:tc>
                  <a:txBody>
                    <a:bodyPr/>
                    <a:lstStyle/>
                    <a:p>
                      <a:pPr algn="ctr">
                        <a:lnSpc>
                          <a:spcPct val="107000"/>
                        </a:lnSpc>
                        <a:spcAft>
                          <a:spcPts val="800"/>
                        </a:spcAft>
                      </a:pPr>
                      <a:r>
                        <a:rPr lang="en-IN" sz="1400">
                          <a:effectLst/>
                        </a:rPr>
                        <a:t>3</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Solution Build &amp; SIT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Build &amp; Developments </a:t>
                      </a:r>
                      <a:endParaRPr lang="en-IN" sz="1800" dirty="0">
                        <a:effectLst/>
                      </a:endParaRPr>
                    </a:p>
                    <a:p>
                      <a:pPr algn="l">
                        <a:lnSpc>
                          <a:spcPct val="107000"/>
                        </a:lnSpc>
                        <a:spcAft>
                          <a:spcPts val="800"/>
                        </a:spcAft>
                      </a:pPr>
                      <a:r>
                        <a:rPr lang="en-IN" sz="1400" dirty="0">
                          <a:effectLst/>
                        </a:rPr>
                        <a:t>Unit Testing &amp; UAC testing</a:t>
                      </a:r>
                      <a:endParaRPr lang="en-IN" sz="1800" dirty="0">
                        <a:effectLst/>
                      </a:endParaRPr>
                    </a:p>
                    <a:p>
                      <a:pPr algn="l">
                        <a:lnSpc>
                          <a:spcPct val="107000"/>
                        </a:lnSpc>
                        <a:spcAft>
                          <a:spcPts val="800"/>
                        </a:spcAft>
                      </a:pPr>
                      <a:r>
                        <a:rPr lang="en-IN" sz="1400" dirty="0">
                          <a:effectLst/>
                        </a:rPr>
                        <a:t>SIT Deployment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400">
                          <a:effectLst/>
                        </a:rPr>
                        <a:t>UAC Signoff</a:t>
                      </a:r>
                      <a:endParaRPr lang="en-IN" sz="1800">
                        <a:effectLst/>
                      </a:endParaRPr>
                    </a:p>
                    <a:p>
                      <a:pPr algn="ctr">
                        <a:lnSpc>
                          <a:spcPct val="107000"/>
                        </a:lnSpc>
                        <a:spcAft>
                          <a:spcPts val="800"/>
                        </a:spcAft>
                      </a:pPr>
                      <a:r>
                        <a:rPr lang="en-IN" sz="1400">
                          <a:effectLst/>
                        </a:rPr>
                        <a:t>Solution Demo</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04180733"/>
                  </a:ext>
                </a:extLst>
              </a:tr>
              <a:tr h="896053">
                <a:tc>
                  <a:txBody>
                    <a:bodyPr/>
                    <a:lstStyle/>
                    <a:p>
                      <a:pPr algn="ctr">
                        <a:lnSpc>
                          <a:spcPct val="107000"/>
                        </a:lnSpc>
                        <a:spcAft>
                          <a:spcPts val="800"/>
                        </a:spcAft>
                      </a:pPr>
                      <a:r>
                        <a:rPr lang="en-IN" sz="1400">
                          <a:effectLst/>
                        </a:rPr>
                        <a:t>4</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a:effectLst/>
                        </a:rPr>
                        <a:t>User Acceptance Testing</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UAT Deployment </a:t>
                      </a:r>
                      <a:endParaRPr lang="en-IN" sz="1800" dirty="0">
                        <a:effectLst/>
                      </a:endParaRPr>
                    </a:p>
                    <a:p>
                      <a:pPr algn="l">
                        <a:lnSpc>
                          <a:spcPct val="107000"/>
                        </a:lnSpc>
                        <a:spcAft>
                          <a:spcPts val="800"/>
                        </a:spcAft>
                      </a:pPr>
                      <a:r>
                        <a:rPr lang="en-IN" sz="1400" dirty="0">
                          <a:effectLst/>
                        </a:rPr>
                        <a:t>Solution test and acceptance test.</a:t>
                      </a:r>
                      <a:endParaRPr lang="en-IN" sz="1800" dirty="0">
                        <a:effectLst/>
                      </a:endParaRPr>
                    </a:p>
                    <a:p>
                      <a:pPr algn="l">
                        <a:lnSpc>
                          <a:spcPct val="107000"/>
                        </a:lnSpc>
                        <a:spcAft>
                          <a:spcPts val="800"/>
                        </a:spcAft>
                      </a:pPr>
                      <a:r>
                        <a:rPr lang="en-IN" sz="1400" dirty="0">
                          <a:effectLst/>
                        </a:rPr>
                        <a:t>Key User Training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400">
                          <a:effectLst/>
                        </a:rPr>
                        <a:t>UAT signoff</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55385818"/>
                  </a:ext>
                </a:extLst>
              </a:tr>
              <a:tr h="395939">
                <a:tc>
                  <a:txBody>
                    <a:bodyPr/>
                    <a:lstStyle/>
                    <a:p>
                      <a:pPr algn="ctr">
                        <a:lnSpc>
                          <a:spcPct val="107000"/>
                        </a:lnSpc>
                        <a:spcAft>
                          <a:spcPts val="800"/>
                        </a:spcAft>
                      </a:pPr>
                      <a:r>
                        <a:rPr lang="en-IN" sz="1400">
                          <a:effectLst/>
                        </a:rPr>
                        <a:t>5</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a:effectLst/>
                        </a:rPr>
                        <a:t>Commissioning &amp; Go Live</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Production Deployment</a:t>
                      </a:r>
                      <a:endParaRPr lang="en-IN" sz="1800" dirty="0">
                        <a:effectLst/>
                        <a:latin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400">
                          <a:effectLst/>
                        </a:rPr>
                        <a:t>Go Live Acceptance Document</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61381090"/>
                  </a:ext>
                </a:extLst>
              </a:tr>
              <a:tr h="549409">
                <a:tc>
                  <a:txBody>
                    <a:bodyPr/>
                    <a:lstStyle/>
                    <a:p>
                      <a:pPr algn="ctr">
                        <a:lnSpc>
                          <a:spcPct val="107000"/>
                        </a:lnSpc>
                        <a:spcAft>
                          <a:spcPts val="800"/>
                        </a:spcAft>
                      </a:pPr>
                      <a:r>
                        <a:rPr lang="en-IN" sz="1400">
                          <a:effectLst/>
                        </a:rPr>
                        <a:t>6</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Roll Out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07000"/>
                        </a:lnSpc>
                        <a:spcAft>
                          <a:spcPts val="800"/>
                        </a:spcAft>
                      </a:pPr>
                      <a:r>
                        <a:rPr lang="en-IN" sz="1400" dirty="0">
                          <a:effectLst/>
                        </a:rPr>
                        <a:t>Handover training</a:t>
                      </a:r>
                      <a:endParaRPr lang="en-IN" sz="1800" dirty="0">
                        <a:effectLst/>
                      </a:endParaRPr>
                    </a:p>
                    <a:p>
                      <a:pPr algn="l">
                        <a:lnSpc>
                          <a:spcPct val="107000"/>
                        </a:lnSpc>
                        <a:spcAft>
                          <a:spcPts val="800"/>
                        </a:spcAft>
                      </a:pPr>
                      <a:r>
                        <a:rPr lang="en-IN" sz="1400" dirty="0">
                          <a:effectLst/>
                        </a:rPr>
                        <a:t>Training videos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400" dirty="0">
                          <a:effectLst/>
                        </a:rPr>
                        <a:t>Handover Training</a:t>
                      </a:r>
                      <a:endParaRPr lang="en-IN" sz="1800" dirty="0">
                        <a:effectLst/>
                      </a:endParaRPr>
                    </a:p>
                    <a:p>
                      <a:pPr algn="ctr">
                        <a:lnSpc>
                          <a:spcPct val="107000"/>
                        </a:lnSpc>
                        <a:spcAft>
                          <a:spcPts val="800"/>
                        </a:spcAft>
                      </a:pPr>
                      <a:r>
                        <a:rPr lang="en-IN" sz="1400" dirty="0">
                          <a:effectLst/>
                        </a:rPr>
                        <a:t> Training Videos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10212453"/>
                  </a:ext>
                </a:extLst>
              </a:tr>
            </a:tbl>
          </a:graphicData>
        </a:graphic>
      </p:graphicFrame>
    </p:spTree>
    <p:extLst>
      <p:ext uri="{BB962C8B-B14F-4D97-AF65-F5344CB8AC3E}">
        <p14:creationId xmlns:p14="http://schemas.microsoft.com/office/powerpoint/2010/main" val="22092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94A38B1-4154-D9E3-01E7-506DA580EEC6}"/>
              </a:ext>
            </a:extLst>
          </p:cNvPr>
          <p:cNvSpPr>
            <a:spLocks noGrp="1"/>
          </p:cNvSpPr>
          <p:nvPr>
            <p:ph type="body" sz="quarter" idx="13"/>
          </p:nvPr>
        </p:nvSpPr>
        <p:spPr/>
        <p:txBody>
          <a:bodyPr/>
          <a:lstStyle/>
          <a:p>
            <a:endParaRPr lang="en-IN"/>
          </a:p>
        </p:txBody>
      </p:sp>
      <p:sp>
        <p:nvSpPr>
          <p:cNvPr id="10" name="Title 2">
            <a:extLst>
              <a:ext uri="{FF2B5EF4-FFF2-40B4-BE49-F238E27FC236}">
                <a16:creationId xmlns:a16="http://schemas.microsoft.com/office/drawing/2014/main" id="{D744712F-3A25-C30F-88F1-E257F9B6C99C}"/>
              </a:ext>
            </a:extLst>
          </p:cNvPr>
          <p:cNvSpPr>
            <a:spLocks noGrp="1"/>
          </p:cNvSpPr>
          <p:nvPr>
            <p:ph type="title"/>
          </p:nvPr>
        </p:nvSpPr>
        <p:spPr>
          <a:xfrm>
            <a:off x="335360" y="446400"/>
            <a:ext cx="9624640" cy="297600"/>
          </a:xfrm>
        </p:spPr>
        <p:txBody>
          <a:bodyPr>
            <a:noAutofit/>
          </a:bodyPr>
          <a:lstStyle/>
          <a:p>
            <a:r>
              <a:rPr lang="en-US" dirty="0"/>
              <a:t>PROJECT EXCLUSIONS</a:t>
            </a:r>
          </a:p>
        </p:txBody>
      </p:sp>
      <p:sp>
        <p:nvSpPr>
          <p:cNvPr id="2" name="Text Placeholder 1">
            <a:extLst>
              <a:ext uri="{FF2B5EF4-FFF2-40B4-BE49-F238E27FC236}">
                <a16:creationId xmlns:a16="http://schemas.microsoft.com/office/drawing/2014/main" id="{0097A633-CF03-385C-AC5E-5A3715383B70}"/>
              </a:ext>
            </a:extLst>
          </p:cNvPr>
          <p:cNvSpPr>
            <a:spLocks noGrp="1"/>
          </p:cNvSpPr>
          <p:nvPr>
            <p:ph type="body" sz="quarter" idx="14"/>
          </p:nvPr>
        </p:nvSpPr>
        <p:spPr>
          <a:xfrm>
            <a:off x="335361" y="1509183"/>
            <a:ext cx="11623807" cy="4397855"/>
          </a:xfrm>
        </p:spPr>
        <p:txBody>
          <a:bodyPr/>
          <a:lstStyle/>
          <a:p>
            <a:pPr marL="457200" indent="-457200">
              <a:buFont typeface="+mj-lt"/>
              <a:buAutoNum type="arabicPeriod"/>
            </a:pPr>
            <a:r>
              <a:rPr lang="en-GB" dirty="0"/>
              <a:t>Hardware &amp; third-party Software supply is not included in current proposal</a:t>
            </a:r>
          </a:p>
          <a:p>
            <a:pPr marL="457200" indent="-457200">
              <a:buFont typeface="+mj-lt"/>
              <a:buAutoNum type="arabicPeriod"/>
            </a:pPr>
            <a:r>
              <a:rPr lang="en-GB" dirty="0"/>
              <a:t>No IT infrastructure and networking analysis is included in the current proposal.</a:t>
            </a:r>
          </a:p>
          <a:p>
            <a:pPr marL="457200" lvl="0" indent="-457200">
              <a:buFont typeface="+mj-lt"/>
              <a:buAutoNum type="arabicPeriod"/>
            </a:pPr>
            <a:r>
              <a:rPr lang="en-GB" dirty="0"/>
              <a:t>No legacy data will be migrated to MES during the project</a:t>
            </a:r>
            <a:endParaRPr lang="en-US" dirty="0"/>
          </a:p>
          <a:p>
            <a:pPr marL="457200" indent="-457200">
              <a:buFont typeface="+mj-lt"/>
              <a:buAutoNum type="arabicPeriod"/>
            </a:pPr>
            <a:r>
              <a:rPr lang="en-IN" dirty="0"/>
              <a:t>Materials and activities on field devices and equipment (e.g., PLCs modification). Or modification of existing equipment for any process automation.</a:t>
            </a:r>
          </a:p>
          <a:p>
            <a:pPr marL="457200" indent="-457200">
              <a:buFont typeface="+mj-lt"/>
              <a:buAutoNum type="arabicPeriod"/>
            </a:pPr>
            <a:r>
              <a:rPr lang="en-IN" dirty="0"/>
              <a:t>Providing and Coordinating warranty support for hardware, DB, OS, Hypervisor, SCADA, PLC or any third-party software / application.</a:t>
            </a:r>
          </a:p>
          <a:p>
            <a:pPr marL="457200" indent="-457200">
              <a:buFont typeface="+mj-lt"/>
              <a:buAutoNum type="arabicPeriod"/>
            </a:pPr>
            <a:r>
              <a:rPr lang="en-US" dirty="0"/>
              <a:t>No Hardware mounting &amp; network configuration considered in current scope</a:t>
            </a:r>
          </a:p>
        </p:txBody>
      </p:sp>
    </p:spTree>
    <p:extLst>
      <p:ext uri="{BB962C8B-B14F-4D97-AF65-F5344CB8AC3E}">
        <p14:creationId xmlns:p14="http://schemas.microsoft.com/office/powerpoint/2010/main" val="3020213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46576148-F546-6EF2-DC3C-49ACB35028DC}"/>
              </a:ext>
            </a:extLst>
          </p:cNvPr>
          <p:cNvSpPr>
            <a:spLocks noGrp="1"/>
          </p:cNvSpPr>
          <p:nvPr>
            <p:ph type="body" sz="quarter" idx="13"/>
          </p:nvPr>
        </p:nvSpPr>
        <p:spPr>
          <a:xfrm>
            <a:off x="335361" y="1240828"/>
            <a:ext cx="11623807" cy="4397855"/>
          </a:xfrm>
        </p:spPr>
        <p:txBody>
          <a:bodyPr vert="horz" lIns="91440" tIns="45720" rIns="91440" bIns="45720" rtlCol="0">
            <a:normAutofit/>
          </a:bodyPr>
          <a:lstStyle/>
          <a:p>
            <a:pPr marL="355600" marR="5080" indent="-342900">
              <a:lnSpc>
                <a:spcPct val="120000"/>
              </a:lnSpc>
              <a:spcBef>
                <a:spcPts val="310"/>
              </a:spcBef>
              <a:spcAft>
                <a:spcPts val="0"/>
              </a:spcAft>
              <a:buFont typeface="+mj-lt"/>
              <a:buAutoNum type="arabicPeriod"/>
              <a:tabLst>
                <a:tab pos="241300" algn="l"/>
              </a:tabLst>
            </a:pPr>
            <a:r>
              <a:rPr lang="en-IN" sz="1600" cap="none" dirty="0">
                <a:latin typeface="Calibri"/>
                <a:cs typeface="Calibri"/>
              </a:rPr>
              <a:t>The language for project, training, operator’s documentation will be </a:t>
            </a:r>
            <a:r>
              <a:rPr lang="en-IN" sz="1600" cap="none" dirty="0" err="1">
                <a:latin typeface="Calibri"/>
                <a:cs typeface="Calibri"/>
              </a:rPr>
              <a:t>english</a:t>
            </a:r>
            <a:r>
              <a:rPr lang="en-IN" sz="1600" cap="none" dirty="0">
                <a:latin typeface="Calibri"/>
                <a:cs typeface="Calibri"/>
              </a:rPr>
              <a:t>.</a:t>
            </a:r>
            <a:endParaRPr lang="en-US" sz="1600" cap="none" dirty="0">
              <a:latin typeface="Calibri"/>
              <a:cs typeface="Calibri"/>
            </a:endParaRPr>
          </a:p>
          <a:p>
            <a:pPr marL="355600" marR="5080" indent="-342900">
              <a:lnSpc>
                <a:spcPct val="120000"/>
              </a:lnSpc>
              <a:spcBef>
                <a:spcPts val="310"/>
              </a:spcBef>
              <a:spcAft>
                <a:spcPts val="0"/>
              </a:spcAft>
              <a:buFont typeface="+mj-lt"/>
              <a:buAutoNum type="arabicPeriod"/>
              <a:tabLst>
                <a:tab pos="241300" algn="l"/>
              </a:tabLst>
            </a:pPr>
            <a:r>
              <a:rPr lang="en-IN" sz="1600" cap="none" dirty="0">
                <a:latin typeface="Calibri"/>
                <a:cs typeface="Calibri"/>
              </a:rPr>
              <a:t>Services will be conducted onsite or off-shore basis as needed.</a:t>
            </a:r>
            <a:endParaRPr lang="en-US" sz="1600" cap="none" dirty="0">
              <a:latin typeface="Calibri"/>
              <a:cs typeface="Calibri"/>
            </a:endParaRPr>
          </a:p>
          <a:p>
            <a:pPr marL="355600" marR="5080" indent="-342900">
              <a:lnSpc>
                <a:spcPct val="120000"/>
              </a:lnSpc>
              <a:spcBef>
                <a:spcPts val="310"/>
              </a:spcBef>
              <a:spcAft>
                <a:spcPts val="0"/>
              </a:spcAft>
              <a:buFont typeface="+mj-lt"/>
              <a:buAutoNum type="arabicPeriod"/>
              <a:tabLst>
                <a:tab pos="241300" algn="l"/>
              </a:tabLst>
            </a:pPr>
            <a:r>
              <a:rPr lang="en-IN" sz="1600" cap="none" dirty="0">
                <a:latin typeface="Calibri"/>
                <a:cs typeface="Calibri"/>
              </a:rPr>
              <a:t>System maintenance: customer's it will perform regular backups and restoration of the whole system, databases. </a:t>
            </a:r>
            <a:endParaRPr lang="en-US" sz="1600" cap="none" dirty="0">
              <a:latin typeface="Calibri"/>
              <a:cs typeface="Calibri"/>
            </a:endParaRPr>
          </a:p>
          <a:p>
            <a:pPr marL="355600" marR="5080" indent="-342900">
              <a:lnSpc>
                <a:spcPct val="120000"/>
              </a:lnSpc>
              <a:spcBef>
                <a:spcPts val="310"/>
              </a:spcBef>
              <a:spcAft>
                <a:spcPts val="0"/>
              </a:spcAft>
              <a:buFont typeface="+mj-lt"/>
              <a:buAutoNum type="arabicPeriod"/>
              <a:tabLst>
                <a:tab pos="241300" algn="l"/>
              </a:tabLst>
            </a:pPr>
            <a:r>
              <a:rPr lang="en-IN" sz="1600" cap="none" dirty="0">
                <a:latin typeface="Calibri"/>
                <a:cs typeface="Calibri"/>
              </a:rPr>
              <a:t>Any scope changes agreed with customer will be taken up separately through a change request (</a:t>
            </a:r>
            <a:r>
              <a:rPr lang="en-IN" sz="1600" cap="none" dirty="0" err="1">
                <a:latin typeface="Calibri"/>
                <a:cs typeface="Calibri"/>
              </a:rPr>
              <a:t>cr</a:t>
            </a:r>
            <a:r>
              <a:rPr lang="en-IN" sz="1600" cap="none" dirty="0">
                <a:latin typeface="Calibri"/>
                <a:cs typeface="Calibri"/>
              </a:rPr>
              <a:t>) mechanism.</a:t>
            </a:r>
            <a:endParaRPr lang="en-US" sz="1600" cap="none" dirty="0">
              <a:latin typeface="Calibri"/>
              <a:cs typeface="Calibri"/>
            </a:endParaRPr>
          </a:p>
          <a:p>
            <a:pPr marL="355600" marR="5080" indent="-342900">
              <a:lnSpc>
                <a:spcPct val="120000"/>
              </a:lnSpc>
              <a:spcBef>
                <a:spcPts val="310"/>
              </a:spcBef>
              <a:spcAft>
                <a:spcPts val="0"/>
              </a:spcAft>
              <a:buFont typeface="+mj-lt"/>
              <a:buAutoNum type="arabicPeriod"/>
              <a:tabLst>
                <a:tab pos="241300" algn="l"/>
              </a:tabLst>
            </a:pPr>
            <a:r>
              <a:rPr lang="en-IN" sz="1600" cap="none" dirty="0">
                <a:latin typeface="Calibri"/>
                <a:cs typeface="Calibri"/>
              </a:rPr>
              <a:t>Any delay in response due to non-availability of the external system, support personnel or due to development of additional interfaces / features / bug-fixes by external parties, will impact the project schedule and hence the cost consequently.</a:t>
            </a:r>
            <a:endParaRPr lang="en-US" sz="1600" cap="none" dirty="0">
              <a:latin typeface="Calibri"/>
              <a:cs typeface="Calibri"/>
            </a:endParaRPr>
          </a:p>
          <a:p>
            <a:pPr marL="355600" marR="5080" indent="-342900">
              <a:lnSpc>
                <a:spcPct val="120000"/>
              </a:lnSpc>
              <a:spcBef>
                <a:spcPts val="310"/>
              </a:spcBef>
              <a:spcAft>
                <a:spcPts val="0"/>
              </a:spcAft>
              <a:buFont typeface="+mj-lt"/>
              <a:buAutoNum type="arabicPeriod"/>
              <a:tabLst>
                <a:tab pos="241300" algn="l"/>
              </a:tabLst>
            </a:pPr>
            <a:r>
              <a:rPr lang="en-IN" sz="1600" cap="none" dirty="0">
                <a:latin typeface="Calibri"/>
                <a:cs typeface="Calibri"/>
              </a:rPr>
              <a:t>Final production deployment architecture/recommendation and sizing will be reevaluated during project definition phase.</a:t>
            </a:r>
            <a:endParaRPr lang="en-US" sz="1600" cap="none" dirty="0">
              <a:latin typeface="Calibri"/>
              <a:cs typeface="Calibri"/>
            </a:endParaRPr>
          </a:p>
          <a:p>
            <a:pPr marL="355600" marR="5080" indent="-342900">
              <a:lnSpc>
                <a:spcPct val="120000"/>
              </a:lnSpc>
              <a:spcBef>
                <a:spcPts val="310"/>
              </a:spcBef>
              <a:spcAft>
                <a:spcPts val="0"/>
              </a:spcAft>
              <a:buFont typeface="+mj-lt"/>
              <a:buAutoNum type="arabicPeriod"/>
              <a:tabLst>
                <a:tab pos="241300" algn="l"/>
              </a:tabLst>
            </a:pPr>
            <a:r>
              <a:rPr lang="en-IN" sz="1600" cap="none" dirty="0">
                <a:latin typeface="Calibri"/>
                <a:cs typeface="Calibri"/>
              </a:rPr>
              <a:t>Customer is responsible to perform system validation, including developing and executing test cases (user acceptance test) to validate requirements and system functionality. SCIL will respond to issues and concerns raised during the validation stage.</a:t>
            </a:r>
            <a:endParaRPr lang="en-US" sz="1600" cap="none" dirty="0">
              <a:latin typeface="Calibri"/>
              <a:cs typeface="Calibri"/>
            </a:endParaRPr>
          </a:p>
        </p:txBody>
      </p:sp>
      <p:sp>
        <p:nvSpPr>
          <p:cNvPr id="10" name="Title 2">
            <a:extLst>
              <a:ext uri="{FF2B5EF4-FFF2-40B4-BE49-F238E27FC236}">
                <a16:creationId xmlns:a16="http://schemas.microsoft.com/office/drawing/2014/main" id="{D744712F-3A25-C30F-88F1-E257F9B6C99C}"/>
              </a:ext>
            </a:extLst>
          </p:cNvPr>
          <p:cNvSpPr>
            <a:spLocks noGrp="1"/>
          </p:cNvSpPr>
          <p:nvPr>
            <p:ph type="title"/>
          </p:nvPr>
        </p:nvSpPr>
        <p:spPr/>
        <p:txBody>
          <a:bodyPr>
            <a:noAutofit/>
          </a:bodyPr>
          <a:lstStyle/>
          <a:p>
            <a:r>
              <a:rPr lang="en-US" sz="2400" dirty="0"/>
              <a:t>GENERAL ASSUMPTIONS</a:t>
            </a:r>
            <a:endParaRPr lang="en-US" sz="2800" dirty="0"/>
          </a:p>
        </p:txBody>
      </p:sp>
    </p:spTree>
    <p:extLst>
      <p:ext uri="{BB962C8B-B14F-4D97-AF65-F5344CB8AC3E}">
        <p14:creationId xmlns:p14="http://schemas.microsoft.com/office/powerpoint/2010/main" val="1933975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31F003F-6B77-DDDC-DCF7-BD13BA40FD7D}"/>
              </a:ext>
            </a:extLst>
          </p:cNvPr>
          <p:cNvSpPr>
            <a:spLocks noGrp="1"/>
          </p:cNvSpPr>
          <p:nvPr>
            <p:ph type="body" sz="quarter" idx="13"/>
          </p:nvPr>
        </p:nvSpPr>
        <p:spPr/>
        <p:txBody>
          <a:bodyPr/>
          <a:lstStyle/>
          <a:p>
            <a:r>
              <a:rPr lang="en-US" dirty="0"/>
              <a:t>Thank you</a:t>
            </a:r>
            <a:endParaRPr lang="en-IN" dirty="0"/>
          </a:p>
        </p:txBody>
      </p:sp>
      <p:sp>
        <p:nvSpPr>
          <p:cNvPr id="5" name="Subtitle 4">
            <a:extLst>
              <a:ext uri="{FF2B5EF4-FFF2-40B4-BE49-F238E27FC236}">
                <a16:creationId xmlns:a16="http://schemas.microsoft.com/office/drawing/2014/main" id="{AD383761-57D7-2E7D-271E-79B453D813CD}"/>
              </a:ext>
            </a:extLst>
          </p:cNvPr>
          <p:cNvSpPr>
            <a:spLocks noGrp="1"/>
          </p:cNvSpPr>
          <p:nvPr>
            <p:ph type="subTitle" idx="1"/>
          </p:nvPr>
        </p:nvSpPr>
        <p:spPr/>
        <p:txBody>
          <a:bodyPr>
            <a:normAutofit lnSpcReduction="10000"/>
          </a:bodyPr>
          <a:lstStyle/>
          <a:p>
            <a:endParaRPr lang="en-IN" dirty="0"/>
          </a:p>
        </p:txBody>
      </p:sp>
      <p:sp>
        <p:nvSpPr>
          <p:cNvPr id="6" name="Text Placeholder 5">
            <a:extLst>
              <a:ext uri="{FF2B5EF4-FFF2-40B4-BE49-F238E27FC236}">
                <a16:creationId xmlns:a16="http://schemas.microsoft.com/office/drawing/2014/main" id="{E3D8D358-9F20-A664-5CF6-AFCB33F7B4F3}"/>
              </a:ext>
            </a:extLst>
          </p:cNvPr>
          <p:cNvSpPr>
            <a:spLocks noGrp="1"/>
          </p:cNvSpPr>
          <p:nvPr>
            <p:ph type="body" sz="half" idx="2"/>
          </p:nvPr>
        </p:nvSpPr>
        <p:spPr/>
        <p:txBody>
          <a:bodyPr/>
          <a:lstStyle/>
          <a:p>
            <a:endParaRPr lang="en-IN"/>
          </a:p>
        </p:txBody>
      </p:sp>
      <p:sp>
        <p:nvSpPr>
          <p:cNvPr id="8" name="Text Placeholder 7">
            <a:extLst>
              <a:ext uri="{FF2B5EF4-FFF2-40B4-BE49-F238E27FC236}">
                <a16:creationId xmlns:a16="http://schemas.microsoft.com/office/drawing/2014/main" id="{4398BCEF-8E70-8075-4BF8-4D80A26B16D9}"/>
              </a:ext>
            </a:extLst>
          </p:cNvPr>
          <p:cNvSpPr>
            <a:spLocks noGrp="1"/>
          </p:cNvSpPr>
          <p:nvPr>
            <p:ph type="body" sz="half" idx="14"/>
          </p:nvPr>
        </p:nvSpPr>
        <p:spPr/>
        <p:txBody>
          <a:bodyPr/>
          <a:lstStyle/>
          <a:p>
            <a:endParaRPr lang="en-IN"/>
          </a:p>
        </p:txBody>
      </p:sp>
      <p:sp>
        <p:nvSpPr>
          <p:cNvPr id="9" name="Text Placeholder 8">
            <a:extLst>
              <a:ext uri="{FF2B5EF4-FFF2-40B4-BE49-F238E27FC236}">
                <a16:creationId xmlns:a16="http://schemas.microsoft.com/office/drawing/2014/main" id="{9BE066A9-0DC5-5911-9A4C-0C9D48DBB816}"/>
              </a:ext>
            </a:extLst>
          </p:cNvPr>
          <p:cNvSpPr>
            <a:spLocks noGrp="1"/>
          </p:cNvSpPr>
          <p:nvPr>
            <p:ph type="body" sz="half" idx="15"/>
          </p:nvPr>
        </p:nvSpPr>
        <p:spPr/>
        <p:txBody>
          <a:bodyPr/>
          <a:lstStyle/>
          <a:p>
            <a:endParaRPr lang="en-IN"/>
          </a:p>
        </p:txBody>
      </p:sp>
      <p:sp>
        <p:nvSpPr>
          <p:cNvPr id="10" name="Text Placeholder 9">
            <a:extLst>
              <a:ext uri="{FF2B5EF4-FFF2-40B4-BE49-F238E27FC236}">
                <a16:creationId xmlns:a16="http://schemas.microsoft.com/office/drawing/2014/main" id="{449D8804-73D3-1EA4-5A95-CDBE025E5588}"/>
              </a:ext>
            </a:extLst>
          </p:cNvPr>
          <p:cNvSpPr>
            <a:spLocks noGrp="1"/>
          </p:cNvSpPr>
          <p:nvPr>
            <p:ph type="body" sz="half" idx="16"/>
          </p:nvPr>
        </p:nvSpPr>
        <p:spPr/>
        <p:txBody>
          <a:bodyPr/>
          <a:lstStyle/>
          <a:p>
            <a:endParaRPr lang="en-IN"/>
          </a:p>
        </p:txBody>
      </p:sp>
    </p:spTree>
    <p:extLst>
      <p:ext uri="{BB962C8B-B14F-4D97-AF65-F5344CB8AC3E}">
        <p14:creationId xmlns:p14="http://schemas.microsoft.com/office/powerpoint/2010/main" val="167666868"/>
      </p:ext>
    </p:extLst>
  </p:cSld>
  <p:clrMapOvr>
    <a:masterClrMapping/>
  </p:clrMapOvr>
</p:sld>
</file>

<file path=ppt/theme/theme1.xml><?xml version="1.0" encoding="utf-8"?>
<a:theme xmlns:a="http://schemas.openxmlformats.org/drawingml/2006/main" name="SmartControlsCorporateTheme">
  <a:themeElements>
    <a:clrScheme name="Zeppelin GmbH">
      <a:dk1>
        <a:srgbClr val="575656"/>
      </a:dk1>
      <a:lt1>
        <a:srgbClr val="FFFFFF"/>
      </a:lt1>
      <a:dk2>
        <a:srgbClr val="575656"/>
      </a:dk2>
      <a:lt2>
        <a:srgbClr val="FFFFFF"/>
      </a:lt2>
      <a:accent1>
        <a:srgbClr val="27166F"/>
      </a:accent1>
      <a:accent2>
        <a:srgbClr val="4F8096"/>
      </a:accent2>
      <a:accent3>
        <a:srgbClr val="EACEA4"/>
      </a:accent3>
      <a:accent4>
        <a:srgbClr val="FBBA00"/>
      </a:accent4>
      <a:accent5>
        <a:srgbClr val="00A760"/>
      </a:accent5>
      <a:accent6>
        <a:srgbClr val="E7686A"/>
      </a:accent6>
      <a:hlink>
        <a:srgbClr val="94C11C"/>
      </a:hlink>
      <a:folHlink>
        <a:srgbClr val="C8D3D9"/>
      </a:folHlink>
    </a:clrScheme>
    <a:fontScheme name="Bau-und_Ladmaschinen_Stapler">
      <a:majorFont>
        <a:latin typeface="Arial"/>
        <a:ea typeface=""/>
        <a:cs typeface=""/>
      </a:majorFont>
      <a:minorFont>
        <a:latin typeface="Arial"/>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martControlsCorporateTheme" id="{15ABE822-74DF-4BB2-8063-439429CAA777}" vid="{FA37517B-1C0A-453C-86A5-FAA62F7A6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c55eee7-73c4-40e3-9340-843d85a7139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AC8EF2833568A49A8CED28B5413582C" ma:contentTypeVersion="14" ma:contentTypeDescription="Create a new document." ma:contentTypeScope="" ma:versionID="5d9633d7e75157f8995100eb72c8b8b3">
  <xsd:schema xmlns:xsd="http://www.w3.org/2001/XMLSchema" xmlns:xs="http://www.w3.org/2001/XMLSchema" xmlns:p="http://schemas.microsoft.com/office/2006/metadata/properties" xmlns:ns2="5c55eee7-73c4-40e3-9340-843d85a71399" xmlns:ns3="2276fa0b-f9bd-4fef-8fec-3fee4e5b0fd7" targetNamespace="http://schemas.microsoft.com/office/2006/metadata/properties" ma:root="true" ma:fieldsID="2383eb7cb52d38f9366897c2eb983331" ns2:_="" ns3:_="">
    <xsd:import namespace="5c55eee7-73c4-40e3-9340-843d85a71399"/>
    <xsd:import namespace="2276fa0b-f9bd-4fef-8fec-3fee4e5b0fd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55eee7-73c4-40e3-9340-843d85a713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2b67772-a4cd-40c9-98e3-aea6ed21fef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276fa0b-f9bd-4fef-8fec-3fee4e5b0fd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467862-F635-4F91-8B2F-3C44367A0C39}">
  <ds:schemaRefs>
    <ds:schemaRef ds:uri="http://schemas.microsoft.com/sharepoint/v3/contenttype/forms"/>
  </ds:schemaRefs>
</ds:datastoreItem>
</file>

<file path=customXml/itemProps2.xml><?xml version="1.0" encoding="utf-8"?>
<ds:datastoreItem xmlns:ds="http://schemas.openxmlformats.org/officeDocument/2006/customXml" ds:itemID="{D9DB569F-4C36-4626-B74F-954EA6071FF9}">
  <ds:schemaRefs>
    <ds:schemaRef ds:uri="http://schemas.microsoft.com/office/2006/documentManagement/types"/>
    <ds:schemaRef ds:uri="http://purl.org/dc/dcmitype/"/>
    <ds:schemaRef ds:uri="http://purl.org/dc/elements/1.1/"/>
    <ds:schemaRef ds:uri="8411fbe4-1209-436b-abc6-19d7d4c50c5a"/>
    <ds:schemaRef ds:uri="http://purl.org/dc/terms/"/>
    <ds:schemaRef ds:uri="http://www.w3.org/XML/1998/namespace"/>
    <ds:schemaRef ds:uri="http://schemas.openxmlformats.org/package/2006/metadata/core-properties"/>
    <ds:schemaRef ds:uri="http://schemas.microsoft.com/office/infopath/2007/PartnerControls"/>
    <ds:schemaRef ds:uri="6e11ef3d-0d26-4556-8249-4743c409d520"/>
    <ds:schemaRef ds:uri="http://schemas.microsoft.com/office/2006/metadata/properties"/>
    <ds:schemaRef ds:uri="5c55eee7-73c4-40e3-9340-843d85a71399"/>
  </ds:schemaRefs>
</ds:datastoreItem>
</file>

<file path=customXml/itemProps3.xml><?xml version="1.0" encoding="utf-8"?>
<ds:datastoreItem xmlns:ds="http://schemas.openxmlformats.org/officeDocument/2006/customXml" ds:itemID="{AAE42DFF-D110-4490-9F8B-6E80732DD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55eee7-73c4-40e3-9340-843d85a71399"/>
    <ds:schemaRef ds:uri="2276fa0b-f9bd-4fef-8fec-3fee4e5b0f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SmartControlsCorporateTheme</Template>
  <TotalTime>3264</TotalTime>
  <Words>1522</Words>
  <Application>Microsoft Office PowerPoint</Application>
  <PresentationFormat>Widescreen</PresentationFormat>
  <Paragraphs>273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Narrow</vt:lpstr>
      <vt:lpstr>Arial</vt:lpstr>
      <vt:lpstr>Calibri</vt:lpstr>
      <vt:lpstr>Wingdings</vt:lpstr>
      <vt:lpstr>SmartControlsCorporateTheme</vt:lpstr>
      <vt:lpstr>PowerPoint Presentation</vt:lpstr>
      <vt:lpstr>agenda</vt:lpstr>
      <vt:lpstr>No of machines or stations  </vt:lpstr>
      <vt:lpstr>RMS Requirement </vt:lpstr>
      <vt:lpstr>RMS Requirement </vt:lpstr>
      <vt:lpstr>Carbon Silica &amp; Other Feeders Requirement </vt:lpstr>
      <vt:lpstr>OIL Feeders Requirement </vt:lpstr>
      <vt:lpstr>Auto chemical Requirement </vt:lpstr>
      <vt:lpstr>Bale Cutter Requirement </vt:lpstr>
      <vt:lpstr>Mixer Feeding Requirement </vt:lpstr>
      <vt:lpstr>Mixer Batch Off Requirement </vt:lpstr>
      <vt:lpstr>PROJECT ASSUMPTIONS</vt:lpstr>
      <vt:lpstr>Implementation roadmap</vt:lpstr>
      <vt:lpstr>SCOPE OF WORK</vt:lpstr>
      <vt:lpstr>Smart MES Architecture</vt:lpstr>
      <vt:lpstr>Proposed solutions</vt:lpstr>
      <vt:lpstr>implementation Basis</vt:lpstr>
      <vt:lpstr>PROJECT EXCLUSIONS</vt:lpstr>
      <vt:lpstr>GENERAL ASSUMPTIONS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Niranjan P V</dc:creator>
  <cp:lastModifiedBy>Brajesh Kumar Chaturvedi</cp:lastModifiedBy>
  <cp:revision>3</cp:revision>
  <dcterms:created xsi:type="dcterms:W3CDTF">2024-05-03T13:40:33Z</dcterms:created>
  <dcterms:modified xsi:type="dcterms:W3CDTF">2025-06-05T17:49:31Z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0x010100058428B171921F4396DFDF10B0070EA2</vt:lpwstr>
  </property>
  <property fmtid="{D5CDD505-2E9C-101B-9397-08002B2CF9AE}" pid="3" name="MediaServiceImageTags">
    <vt:lpwstr/>
  </property>
</Properties>
</file>